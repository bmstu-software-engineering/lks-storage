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8"/>
  </p:notesMasterIdLst>
  <p:handoutMasterIdLst>
    <p:handoutMasterId r:id="rId39"/>
  </p:handoutMasterIdLst>
  <p:sldIdLst>
    <p:sldId id="256" r:id="rId2"/>
    <p:sldId id="274" r:id="rId3"/>
    <p:sldId id="276" r:id="rId4"/>
    <p:sldId id="277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278" r:id="rId13"/>
    <p:sldId id="272" r:id="rId14"/>
    <p:sldId id="284" r:id="rId15"/>
    <p:sldId id="297" r:id="rId16"/>
    <p:sldId id="287" r:id="rId17"/>
    <p:sldId id="298" r:id="rId18"/>
    <p:sldId id="288" r:id="rId19"/>
    <p:sldId id="286" r:id="rId20"/>
    <p:sldId id="285" r:id="rId21"/>
    <p:sldId id="275" r:id="rId22"/>
    <p:sldId id="283" r:id="rId23"/>
    <p:sldId id="299" r:id="rId24"/>
    <p:sldId id="279" r:id="rId25"/>
    <p:sldId id="280" r:id="rId26"/>
    <p:sldId id="281" r:id="rId27"/>
    <p:sldId id="282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71" r:id="rId37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41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-1624" y="-9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interSettings" Target="printerSettings/printerSettings1.bin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diagrams/_rels/data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gif"/></Relationships>
</file>

<file path=ppt/diagrams/_rels/drawing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ED57D9-92BB-A042-8FED-357395C30AEF}" type="doc">
      <dgm:prSet loTypeId="urn:microsoft.com/office/officeart/2005/8/layout/defaul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6043E6B-686F-284A-B059-31A020872A98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Экономическая</a:t>
          </a:r>
          <a:endParaRPr lang="ru-RU" dirty="0">
            <a:solidFill>
              <a:srgbClr val="FFFF00"/>
            </a:solidFill>
          </a:endParaRPr>
        </a:p>
      </dgm:t>
    </dgm:pt>
    <dgm:pt modelId="{35B8DA5A-D85A-634D-AC3F-B0E71091974D}" type="parTrans" cxnId="{D9AE8709-3A26-884D-8408-28260BA18BDD}">
      <dgm:prSet/>
      <dgm:spPr/>
      <dgm:t>
        <a:bodyPr/>
        <a:lstStyle/>
        <a:p>
          <a:endParaRPr lang="ru-RU"/>
        </a:p>
      </dgm:t>
    </dgm:pt>
    <dgm:pt modelId="{81634FE8-CA55-1045-B498-C1EE2EEFE8C7}" type="sibTrans" cxnId="{D9AE8709-3A26-884D-8408-28260BA18BDD}">
      <dgm:prSet/>
      <dgm:spPr/>
      <dgm:t>
        <a:bodyPr/>
        <a:lstStyle/>
        <a:p>
          <a:endParaRPr lang="ru-RU"/>
        </a:p>
      </dgm:t>
    </dgm:pt>
    <dgm:pt modelId="{DA2623AF-1107-3541-B435-A8E9BEEBA1EA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Политическая</a:t>
          </a:r>
          <a:endParaRPr lang="ru-RU" dirty="0">
            <a:solidFill>
              <a:srgbClr val="FFFF00"/>
            </a:solidFill>
          </a:endParaRPr>
        </a:p>
      </dgm:t>
    </dgm:pt>
    <dgm:pt modelId="{04928849-A465-1D42-A5E2-3D4D85BC0CA7}" type="parTrans" cxnId="{A87E1ABB-3407-1841-A47D-ED578ABA48CC}">
      <dgm:prSet/>
      <dgm:spPr/>
      <dgm:t>
        <a:bodyPr/>
        <a:lstStyle/>
        <a:p>
          <a:endParaRPr lang="ru-RU"/>
        </a:p>
      </dgm:t>
    </dgm:pt>
    <dgm:pt modelId="{61C14685-2A60-0348-AC67-CECF406081C8}" type="sibTrans" cxnId="{A87E1ABB-3407-1841-A47D-ED578ABA48CC}">
      <dgm:prSet/>
      <dgm:spPr/>
      <dgm:t>
        <a:bodyPr/>
        <a:lstStyle/>
        <a:p>
          <a:endParaRPr lang="ru-RU"/>
        </a:p>
      </dgm:t>
    </dgm:pt>
    <dgm:pt modelId="{10692BB4-F7C9-8843-A37C-7EEAB777EFA2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Правовая</a:t>
          </a:r>
          <a:endParaRPr lang="ru-RU" dirty="0">
            <a:solidFill>
              <a:srgbClr val="FFFF00"/>
            </a:solidFill>
          </a:endParaRPr>
        </a:p>
      </dgm:t>
    </dgm:pt>
    <dgm:pt modelId="{2BDD932E-DBF4-994C-A587-870542B369E4}" type="parTrans" cxnId="{62573AFE-FCC9-FC49-90FD-37E2043AA109}">
      <dgm:prSet/>
      <dgm:spPr/>
      <dgm:t>
        <a:bodyPr/>
        <a:lstStyle/>
        <a:p>
          <a:endParaRPr lang="ru-RU"/>
        </a:p>
      </dgm:t>
    </dgm:pt>
    <dgm:pt modelId="{69036018-1A48-E140-8FA3-6039F5D7405B}" type="sibTrans" cxnId="{62573AFE-FCC9-FC49-90FD-37E2043AA109}">
      <dgm:prSet/>
      <dgm:spPr/>
      <dgm:t>
        <a:bodyPr/>
        <a:lstStyle/>
        <a:p>
          <a:endParaRPr lang="ru-RU"/>
        </a:p>
      </dgm:t>
    </dgm:pt>
    <dgm:pt modelId="{909789F6-BF18-714C-B71F-790122DEF1D4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Военная</a:t>
          </a:r>
          <a:endParaRPr lang="ru-RU" dirty="0">
            <a:solidFill>
              <a:srgbClr val="FFFF00"/>
            </a:solidFill>
          </a:endParaRPr>
        </a:p>
      </dgm:t>
    </dgm:pt>
    <dgm:pt modelId="{53DDECD3-3050-0E49-A181-54183AB17C3C}" type="parTrans" cxnId="{346E5113-9DB8-2043-9D48-BE6C8F369813}">
      <dgm:prSet/>
      <dgm:spPr/>
      <dgm:t>
        <a:bodyPr/>
        <a:lstStyle/>
        <a:p>
          <a:endParaRPr lang="ru-RU"/>
        </a:p>
      </dgm:t>
    </dgm:pt>
    <dgm:pt modelId="{C9F99A77-58F6-144C-8FAC-8FC62E1F4A54}" type="sibTrans" cxnId="{346E5113-9DB8-2043-9D48-BE6C8F369813}">
      <dgm:prSet/>
      <dgm:spPr/>
      <dgm:t>
        <a:bodyPr/>
        <a:lstStyle/>
        <a:p>
          <a:endParaRPr lang="ru-RU"/>
        </a:p>
      </dgm:t>
    </dgm:pt>
    <dgm:pt modelId="{A5974A64-FEB1-AA40-854B-11CF53EA4EC2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Духовная</a:t>
          </a:r>
          <a:endParaRPr lang="ru-RU" dirty="0">
            <a:solidFill>
              <a:srgbClr val="FFFF00"/>
            </a:solidFill>
          </a:endParaRPr>
        </a:p>
      </dgm:t>
    </dgm:pt>
    <dgm:pt modelId="{C7872E46-4062-5941-AB5B-8BA565ED6ECB}" type="parTrans" cxnId="{E132983C-1E54-6A49-BB88-F14EC36615F5}">
      <dgm:prSet/>
      <dgm:spPr/>
      <dgm:t>
        <a:bodyPr/>
        <a:lstStyle/>
        <a:p>
          <a:endParaRPr lang="ru-RU"/>
        </a:p>
      </dgm:t>
    </dgm:pt>
    <dgm:pt modelId="{8FAEC322-65E0-074D-BCF1-63B3DEE7073A}" type="sibTrans" cxnId="{E132983C-1E54-6A49-BB88-F14EC36615F5}">
      <dgm:prSet/>
      <dgm:spPr/>
      <dgm:t>
        <a:bodyPr/>
        <a:lstStyle/>
        <a:p>
          <a:endParaRPr lang="ru-RU"/>
        </a:p>
      </dgm:t>
    </dgm:pt>
    <dgm:pt modelId="{4C1FB418-F0BB-E34A-9CD4-BDF3944F0CD3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Семейная</a:t>
          </a:r>
          <a:endParaRPr lang="ru-RU" dirty="0">
            <a:solidFill>
              <a:srgbClr val="FFFF00"/>
            </a:solidFill>
          </a:endParaRPr>
        </a:p>
      </dgm:t>
    </dgm:pt>
    <dgm:pt modelId="{8728CB18-0CD5-9F47-ACDA-A12613A915B5}" type="parTrans" cxnId="{57CD440D-51FD-834C-9006-38647894C4AF}">
      <dgm:prSet/>
      <dgm:spPr/>
      <dgm:t>
        <a:bodyPr/>
        <a:lstStyle/>
        <a:p>
          <a:endParaRPr lang="ru-RU"/>
        </a:p>
      </dgm:t>
    </dgm:pt>
    <dgm:pt modelId="{0F43238F-2306-9F45-8F1B-4F2E0C1032A0}" type="sibTrans" cxnId="{57CD440D-51FD-834C-9006-38647894C4AF}">
      <dgm:prSet/>
      <dgm:spPr/>
      <dgm:t>
        <a:bodyPr/>
        <a:lstStyle/>
        <a:p>
          <a:endParaRPr lang="ru-RU"/>
        </a:p>
      </dgm:t>
    </dgm:pt>
    <dgm:pt modelId="{2C1BC2CF-E6AE-CE4A-83EC-DFAFF246513A}" type="pres">
      <dgm:prSet presAssocID="{BEED57D9-92BB-A042-8FED-357395C30AE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5A60F90-EDF9-CA40-8BD4-DB29F89C5807}" type="pres">
      <dgm:prSet presAssocID="{16043E6B-686F-284A-B059-31A020872A98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32D6E05-4C78-FD45-8754-487903815262}" type="pres">
      <dgm:prSet presAssocID="{81634FE8-CA55-1045-B498-C1EE2EEFE8C7}" presName="sibTrans" presStyleCnt="0"/>
      <dgm:spPr/>
    </dgm:pt>
    <dgm:pt modelId="{584E6871-A7BC-3D4B-AE14-E0F00E628320}" type="pres">
      <dgm:prSet presAssocID="{DA2623AF-1107-3541-B435-A8E9BEEBA1EA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9D54A0-9043-0D46-8363-3E80EBD8AE4D}" type="pres">
      <dgm:prSet presAssocID="{61C14685-2A60-0348-AC67-CECF406081C8}" presName="sibTrans" presStyleCnt="0"/>
      <dgm:spPr/>
    </dgm:pt>
    <dgm:pt modelId="{FE0DD7CC-39A2-A949-B095-304076EC14E8}" type="pres">
      <dgm:prSet presAssocID="{10692BB4-F7C9-8843-A37C-7EEAB777EFA2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00B16E9-5D69-B141-AB55-4EA56A6F0D51}" type="pres">
      <dgm:prSet presAssocID="{69036018-1A48-E140-8FA3-6039F5D7405B}" presName="sibTrans" presStyleCnt="0"/>
      <dgm:spPr/>
    </dgm:pt>
    <dgm:pt modelId="{2BEEC87D-FCC7-4D49-9F2A-68A9FB310B7F}" type="pres">
      <dgm:prSet presAssocID="{909789F6-BF18-714C-B71F-790122DEF1D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00E9B1-3CCD-5948-974B-4A3822D22C7D}" type="pres">
      <dgm:prSet presAssocID="{C9F99A77-58F6-144C-8FAC-8FC62E1F4A54}" presName="sibTrans" presStyleCnt="0"/>
      <dgm:spPr/>
    </dgm:pt>
    <dgm:pt modelId="{060AA767-F0C8-7049-9A86-316E9A300122}" type="pres">
      <dgm:prSet presAssocID="{A5974A64-FEB1-AA40-854B-11CF53EA4EC2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C676B5-55BC-224C-B816-2953233CB885}" type="pres">
      <dgm:prSet presAssocID="{8FAEC322-65E0-074D-BCF1-63B3DEE7073A}" presName="sibTrans" presStyleCnt="0"/>
      <dgm:spPr/>
    </dgm:pt>
    <dgm:pt modelId="{34AFB974-B21A-E245-A157-2DA3DCFF993D}" type="pres">
      <dgm:prSet presAssocID="{4C1FB418-F0BB-E34A-9CD4-BDF3944F0CD3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7CD440D-51FD-834C-9006-38647894C4AF}" srcId="{BEED57D9-92BB-A042-8FED-357395C30AEF}" destId="{4C1FB418-F0BB-E34A-9CD4-BDF3944F0CD3}" srcOrd="5" destOrd="0" parTransId="{8728CB18-0CD5-9F47-ACDA-A12613A915B5}" sibTransId="{0F43238F-2306-9F45-8F1B-4F2E0C1032A0}"/>
    <dgm:cxn modelId="{C16FEF1F-D88F-C048-B960-56BA353F7435}" type="presOf" srcId="{909789F6-BF18-714C-B71F-790122DEF1D4}" destId="{2BEEC87D-FCC7-4D49-9F2A-68A9FB310B7F}" srcOrd="0" destOrd="0" presId="urn:microsoft.com/office/officeart/2005/8/layout/default"/>
    <dgm:cxn modelId="{62573AFE-FCC9-FC49-90FD-37E2043AA109}" srcId="{BEED57D9-92BB-A042-8FED-357395C30AEF}" destId="{10692BB4-F7C9-8843-A37C-7EEAB777EFA2}" srcOrd="2" destOrd="0" parTransId="{2BDD932E-DBF4-994C-A587-870542B369E4}" sibTransId="{69036018-1A48-E140-8FA3-6039F5D7405B}"/>
    <dgm:cxn modelId="{E132983C-1E54-6A49-BB88-F14EC36615F5}" srcId="{BEED57D9-92BB-A042-8FED-357395C30AEF}" destId="{A5974A64-FEB1-AA40-854B-11CF53EA4EC2}" srcOrd="4" destOrd="0" parTransId="{C7872E46-4062-5941-AB5B-8BA565ED6ECB}" sibTransId="{8FAEC322-65E0-074D-BCF1-63B3DEE7073A}"/>
    <dgm:cxn modelId="{346E5113-9DB8-2043-9D48-BE6C8F369813}" srcId="{BEED57D9-92BB-A042-8FED-357395C30AEF}" destId="{909789F6-BF18-714C-B71F-790122DEF1D4}" srcOrd="3" destOrd="0" parTransId="{53DDECD3-3050-0E49-A181-54183AB17C3C}" sibTransId="{C9F99A77-58F6-144C-8FAC-8FC62E1F4A54}"/>
    <dgm:cxn modelId="{16FD5E8E-5F29-6C42-9422-CC4A4E36C465}" type="presOf" srcId="{4C1FB418-F0BB-E34A-9CD4-BDF3944F0CD3}" destId="{34AFB974-B21A-E245-A157-2DA3DCFF993D}" srcOrd="0" destOrd="0" presId="urn:microsoft.com/office/officeart/2005/8/layout/default"/>
    <dgm:cxn modelId="{3300E5F0-241C-9B45-BEDE-5A64382C0464}" type="presOf" srcId="{BEED57D9-92BB-A042-8FED-357395C30AEF}" destId="{2C1BC2CF-E6AE-CE4A-83EC-DFAFF246513A}" srcOrd="0" destOrd="0" presId="urn:microsoft.com/office/officeart/2005/8/layout/default"/>
    <dgm:cxn modelId="{37DA7BB2-81E1-E04C-B2FD-1BD63565CB1E}" type="presOf" srcId="{10692BB4-F7C9-8843-A37C-7EEAB777EFA2}" destId="{FE0DD7CC-39A2-A949-B095-304076EC14E8}" srcOrd="0" destOrd="0" presId="urn:microsoft.com/office/officeart/2005/8/layout/default"/>
    <dgm:cxn modelId="{A634B5AC-6D17-7745-B262-93FF83B41BDD}" type="presOf" srcId="{DA2623AF-1107-3541-B435-A8E9BEEBA1EA}" destId="{584E6871-A7BC-3D4B-AE14-E0F00E628320}" srcOrd="0" destOrd="0" presId="urn:microsoft.com/office/officeart/2005/8/layout/default"/>
    <dgm:cxn modelId="{A87E1ABB-3407-1841-A47D-ED578ABA48CC}" srcId="{BEED57D9-92BB-A042-8FED-357395C30AEF}" destId="{DA2623AF-1107-3541-B435-A8E9BEEBA1EA}" srcOrd="1" destOrd="0" parTransId="{04928849-A465-1D42-A5E2-3D4D85BC0CA7}" sibTransId="{61C14685-2A60-0348-AC67-CECF406081C8}"/>
    <dgm:cxn modelId="{95777BAE-0522-CD4C-9088-E80E3E281832}" type="presOf" srcId="{A5974A64-FEB1-AA40-854B-11CF53EA4EC2}" destId="{060AA767-F0C8-7049-9A86-316E9A300122}" srcOrd="0" destOrd="0" presId="urn:microsoft.com/office/officeart/2005/8/layout/default"/>
    <dgm:cxn modelId="{D9AE8709-3A26-884D-8408-28260BA18BDD}" srcId="{BEED57D9-92BB-A042-8FED-357395C30AEF}" destId="{16043E6B-686F-284A-B059-31A020872A98}" srcOrd="0" destOrd="0" parTransId="{35B8DA5A-D85A-634D-AC3F-B0E71091974D}" sibTransId="{81634FE8-CA55-1045-B498-C1EE2EEFE8C7}"/>
    <dgm:cxn modelId="{EDACBDF8-9223-4746-BA2E-03D93FBC73A3}" type="presOf" srcId="{16043E6B-686F-284A-B059-31A020872A98}" destId="{25A60F90-EDF9-CA40-8BD4-DB29F89C5807}" srcOrd="0" destOrd="0" presId="urn:microsoft.com/office/officeart/2005/8/layout/default"/>
    <dgm:cxn modelId="{48F6A353-D91A-9344-9781-CD5ACB9C2DE8}" type="presParOf" srcId="{2C1BC2CF-E6AE-CE4A-83EC-DFAFF246513A}" destId="{25A60F90-EDF9-CA40-8BD4-DB29F89C5807}" srcOrd="0" destOrd="0" presId="urn:microsoft.com/office/officeart/2005/8/layout/default"/>
    <dgm:cxn modelId="{02637C40-C5D3-824C-84EA-ECBE9437F01C}" type="presParOf" srcId="{2C1BC2CF-E6AE-CE4A-83EC-DFAFF246513A}" destId="{532D6E05-4C78-FD45-8754-487903815262}" srcOrd="1" destOrd="0" presId="urn:microsoft.com/office/officeart/2005/8/layout/default"/>
    <dgm:cxn modelId="{151DCBFE-F86F-594D-B22C-7A90F4A9E0C4}" type="presParOf" srcId="{2C1BC2CF-E6AE-CE4A-83EC-DFAFF246513A}" destId="{584E6871-A7BC-3D4B-AE14-E0F00E628320}" srcOrd="2" destOrd="0" presId="urn:microsoft.com/office/officeart/2005/8/layout/default"/>
    <dgm:cxn modelId="{A427F30B-BD69-E246-A87C-D97E2F13571A}" type="presParOf" srcId="{2C1BC2CF-E6AE-CE4A-83EC-DFAFF246513A}" destId="{A29D54A0-9043-0D46-8363-3E80EBD8AE4D}" srcOrd="3" destOrd="0" presId="urn:microsoft.com/office/officeart/2005/8/layout/default"/>
    <dgm:cxn modelId="{C5234AEA-FCCB-7B46-A90A-3DF5EBAC9466}" type="presParOf" srcId="{2C1BC2CF-E6AE-CE4A-83EC-DFAFF246513A}" destId="{FE0DD7CC-39A2-A949-B095-304076EC14E8}" srcOrd="4" destOrd="0" presId="urn:microsoft.com/office/officeart/2005/8/layout/default"/>
    <dgm:cxn modelId="{EA2628F3-93E6-1E4C-AB83-59EF61530656}" type="presParOf" srcId="{2C1BC2CF-E6AE-CE4A-83EC-DFAFF246513A}" destId="{300B16E9-5D69-B141-AB55-4EA56A6F0D51}" srcOrd="5" destOrd="0" presId="urn:microsoft.com/office/officeart/2005/8/layout/default"/>
    <dgm:cxn modelId="{1B9581F5-64F4-C74B-B3C3-9A0FCA4259DA}" type="presParOf" srcId="{2C1BC2CF-E6AE-CE4A-83EC-DFAFF246513A}" destId="{2BEEC87D-FCC7-4D49-9F2A-68A9FB310B7F}" srcOrd="6" destOrd="0" presId="urn:microsoft.com/office/officeart/2005/8/layout/default"/>
    <dgm:cxn modelId="{C7101DA3-2600-C34C-BBEA-9AAAA0C86745}" type="presParOf" srcId="{2C1BC2CF-E6AE-CE4A-83EC-DFAFF246513A}" destId="{1B00E9B1-3CCD-5948-974B-4A3822D22C7D}" srcOrd="7" destOrd="0" presId="urn:microsoft.com/office/officeart/2005/8/layout/default"/>
    <dgm:cxn modelId="{9F268BC8-D0E2-0B42-9D32-19A8FDF5809A}" type="presParOf" srcId="{2C1BC2CF-E6AE-CE4A-83EC-DFAFF246513A}" destId="{060AA767-F0C8-7049-9A86-316E9A300122}" srcOrd="8" destOrd="0" presId="urn:microsoft.com/office/officeart/2005/8/layout/default"/>
    <dgm:cxn modelId="{CC7128F0-047A-5440-BEA5-3BAAACB1D9FE}" type="presParOf" srcId="{2C1BC2CF-E6AE-CE4A-83EC-DFAFF246513A}" destId="{12C676B5-55BC-224C-B816-2953233CB885}" srcOrd="9" destOrd="0" presId="urn:microsoft.com/office/officeart/2005/8/layout/default"/>
    <dgm:cxn modelId="{749DD9CC-54AA-9748-9C47-E16BE217E206}" type="presParOf" srcId="{2C1BC2CF-E6AE-CE4A-83EC-DFAFF246513A}" destId="{34AFB974-B21A-E245-A157-2DA3DCFF993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7CBFBC-610D-9444-B6CE-F4642128A344}" type="doc">
      <dgm:prSet loTypeId="urn:microsoft.com/office/officeart/2005/8/layout/defaul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998C71-FDA6-8640-939A-5F6886DF365E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Право</a:t>
          </a:r>
          <a:endParaRPr lang="ru-RU" dirty="0">
            <a:solidFill>
              <a:srgbClr val="FFFF00"/>
            </a:solidFill>
          </a:endParaRPr>
        </a:p>
      </dgm:t>
    </dgm:pt>
    <dgm:pt modelId="{7CBA461F-C43C-6E4D-889F-C7025A3E192A}" type="parTrans" cxnId="{5C40457A-26D6-E147-A66B-22B81AF832AC}">
      <dgm:prSet/>
      <dgm:spPr/>
      <dgm:t>
        <a:bodyPr/>
        <a:lstStyle/>
        <a:p>
          <a:endParaRPr lang="ru-RU"/>
        </a:p>
      </dgm:t>
    </dgm:pt>
    <dgm:pt modelId="{84F9A440-B571-2C43-86C1-2D22B3408963}" type="sibTrans" cxnId="{5C40457A-26D6-E147-A66B-22B81AF832AC}">
      <dgm:prSet/>
      <dgm:spPr/>
      <dgm:t>
        <a:bodyPr/>
        <a:lstStyle/>
        <a:p>
          <a:endParaRPr lang="ru-RU"/>
        </a:p>
      </dgm:t>
    </dgm:pt>
    <dgm:pt modelId="{51C61FAC-897C-074F-BE66-677459967A98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Авторитет</a:t>
          </a:r>
          <a:endParaRPr lang="ru-RU" dirty="0">
            <a:solidFill>
              <a:srgbClr val="FFFF00"/>
            </a:solidFill>
          </a:endParaRPr>
        </a:p>
      </dgm:t>
    </dgm:pt>
    <dgm:pt modelId="{A16279B2-662B-E843-8E0C-4A8B9CB13FBE}" type="parTrans" cxnId="{E5772B0D-B375-284C-9A44-39C3C75F1C66}">
      <dgm:prSet/>
      <dgm:spPr/>
      <dgm:t>
        <a:bodyPr/>
        <a:lstStyle/>
        <a:p>
          <a:endParaRPr lang="ru-RU"/>
        </a:p>
      </dgm:t>
    </dgm:pt>
    <dgm:pt modelId="{51E34B2F-63BB-A546-816B-654D38BC4EE8}" type="sibTrans" cxnId="{E5772B0D-B375-284C-9A44-39C3C75F1C66}">
      <dgm:prSet/>
      <dgm:spPr/>
      <dgm:t>
        <a:bodyPr/>
        <a:lstStyle/>
        <a:p>
          <a:endParaRPr lang="ru-RU"/>
        </a:p>
      </dgm:t>
    </dgm:pt>
    <dgm:pt modelId="{BFAB629E-3352-2348-A3E9-8BF45EC07316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Убеждение</a:t>
          </a:r>
          <a:endParaRPr lang="ru-RU" dirty="0">
            <a:solidFill>
              <a:srgbClr val="FFFF00"/>
            </a:solidFill>
          </a:endParaRPr>
        </a:p>
      </dgm:t>
    </dgm:pt>
    <dgm:pt modelId="{C98142FE-1E14-4C41-92FA-414E77C4C9BB}" type="parTrans" cxnId="{C16525D5-831A-4845-80BA-CC45529B7535}">
      <dgm:prSet/>
      <dgm:spPr/>
      <dgm:t>
        <a:bodyPr/>
        <a:lstStyle/>
        <a:p>
          <a:endParaRPr lang="ru-RU"/>
        </a:p>
      </dgm:t>
    </dgm:pt>
    <dgm:pt modelId="{64FF0A76-93C8-904D-BD8C-0D7A48E0D13C}" type="sibTrans" cxnId="{C16525D5-831A-4845-80BA-CC45529B7535}">
      <dgm:prSet/>
      <dgm:spPr/>
      <dgm:t>
        <a:bodyPr/>
        <a:lstStyle/>
        <a:p>
          <a:endParaRPr lang="ru-RU"/>
        </a:p>
      </dgm:t>
    </dgm:pt>
    <dgm:pt modelId="{2851F0FC-EBE3-F447-8A08-B51336AE16E1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Традиции</a:t>
          </a:r>
          <a:endParaRPr lang="ru-RU" dirty="0">
            <a:solidFill>
              <a:srgbClr val="FFFF00"/>
            </a:solidFill>
          </a:endParaRPr>
        </a:p>
      </dgm:t>
    </dgm:pt>
    <dgm:pt modelId="{30EB750E-9B53-9249-82BB-4D8D026BECCE}" type="parTrans" cxnId="{72CB6BD1-4CE4-8E42-A71C-8A201A79DCD5}">
      <dgm:prSet/>
      <dgm:spPr/>
      <dgm:t>
        <a:bodyPr/>
        <a:lstStyle/>
        <a:p>
          <a:endParaRPr lang="ru-RU"/>
        </a:p>
      </dgm:t>
    </dgm:pt>
    <dgm:pt modelId="{0761EBCC-241B-6C49-BE76-7B11670EED95}" type="sibTrans" cxnId="{72CB6BD1-4CE4-8E42-A71C-8A201A79DCD5}">
      <dgm:prSet/>
      <dgm:spPr/>
      <dgm:t>
        <a:bodyPr/>
        <a:lstStyle/>
        <a:p>
          <a:endParaRPr lang="ru-RU"/>
        </a:p>
      </dgm:t>
    </dgm:pt>
    <dgm:pt modelId="{8B19B028-7321-B240-AF0F-65C3A0607E51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Манипуляции</a:t>
          </a:r>
          <a:endParaRPr lang="ru-RU" dirty="0">
            <a:solidFill>
              <a:srgbClr val="FFFF00"/>
            </a:solidFill>
          </a:endParaRPr>
        </a:p>
      </dgm:t>
    </dgm:pt>
    <dgm:pt modelId="{0D9DB82B-40EB-4242-9D7F-32BD14D91FFC}" type="parTrans" cxnId="{4F3D5DE5-60AB-764C-84C2-D49D04389D6C}">
      <dgm:prSet/>
      <dgm:spPr/>
      <dgm:t>
        <a:bodyPr/>
        <a:lstStyle/>
        <a:p>
          <a:endParaRPr lang="ru-RU"/>
        </a:p>
      </dgm:t>
    </dgm:pt>
    <dgm:pt modelId="{C959AAB8-7FA6-394D-ACEE-4D575D3C0C0F}" type="sibTrans" cxnId="{4F3D5DE5-60AB-764C-84C2-D49D04389D6C}">
      <dgm:prSet/>
      <dgm:spPr/>
      <dgm:t>
        <a:bodyPr/>
        <a:lstStyle/>
        <a:p>
          <a:endParaRPr lang="ru-RU"/>
        </a:p>
      </dgm:t>
    </dgm:pt>
    <dgm:pt modelId="{B77E183E-1D33-B54B-A640-87D470C6260C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Принуждение</a:t>
          </a:r>
          <a:endParaRPr lang="ru-RU" dirty="0">
            <a:solidFill>
              <a:srgbClr val="FFFF00"/>
            </a:solidFill>
          </a:endParaRPr>
        </a:p>
      </dgm:t>
    </dgm:pt>
    <dgm:pt modelId="{9A9D8BE4-1D2F-DC47-991F-4D7BED7FC011}" type="parTrans" cxnId="{80D01B45-60A3-054E-B20A-C8878AC57C48}">
      <dgm:prSet/>
      <dgm:spPr/>
      <dgm:t>
        <a:bodyPr/>
        <a:lstStyle/>
        <a:p>
          <a:endParaRPr lang="ru-RU"/>
        </a:p>
      </dgm:t>
    </dgm:pt>
    <dgm:pt modelId="{271F4703-3462-B549-8A7F-1AC0DF21D57C}" type="sibTrans" cxnId="{80D01B45-60A3-054E-B20A-C8878AC57C48}">
      <dgm:prSet/>
      <dgm:spPr/>
      <dgm:t>
        <a:bodyPr/>
        <a:lstStyle/>
        <a:p>
          <a:endParaRPr lang="ru-RU"/>
        </a:p>
      </dgm:t>
    </dgm:pt>
    <dgm:pt modelId="{A132FEAE-9B14-734C-90FB-56825CC8BD1F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Насилие</a:t>
          </a:r>
          <a:endParaRPr lang="ru-RU" dirty="0">
            <a:solidFill>
              <a:srgbClr val="FFFF00"/>
            </a:solidFill>
          </a:endParaRPr>
        </a:p>
      </dgm:t>
    </dgm:pt>
    <dgm:pt modelId="{41AE91C7-F9EF-FB42-BABF-96D6532B7235}" type="parTrans" cxnId="{6DE04B0F-E17A-724A-95EC-3AE8EAA3F594}">
      <dgm:prSet/>
      <dgm:spPr/>
      <dgm:t>
        <a:bodyPr/>
        <a:lstStyle/>
        <a:p>
          <a:endParaRPr lang="ru-RU"/>
        </a:p>
      </dgm:t>
    </dgm:pt>
    <dgm:pt modelId="{5689AAE5-362B-2547-8CF6-D73AC5F197A3}" type="sibTrans" cxnId="{6DE04B0F-E17A-724A-95EC-3AE8EAA3F594}">
      <dgm:prSet/>
      <dgm:spPr/>
      <dgm:t>
        <a:bodyPr/>
        <a:lstStyle/>
        <a:p>
          <a:endParaRPr lang="ru-RU"/>
        </a:p>
      </dgm:t>
    </dgm:pt>
    <dgm:pt modelId="{AA6B671C-2DCF-794A-8998-226807D6918C}" type="pres">
      <dgm:prSet presAssocID="{B67CBFBC-610D-9444-B6CE-F4642128A34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265395D-553E-1943-A526-C896D6065D91}" type="pres">
      <dgm:prSet presAssocID="{4E998C71-FDA6-8640-939A-5F6886DF365E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D7484C-AC09-2542-92C0-1BF6E0786D84}" type="pres">
      <dgm:prSet presAssocID="{84F9A440-B571-2C43-86C1-2D22B3408963}" presName="sibTrans" presStyleCnt="0"/>
      <dgm:spPr/>
    </dgm:pt>
    <dgm:pt modelId="{F2B3B2F8-32C5-E944-8666-47BD8155FE67}" type="pres">
      <dgm:prSet presAssocID="{51C61FAC-897C-074F-BE66-677459967A98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1428E62-1896-3B49-9C36-F7614DB4A6F5}" type="pres">
      <dgm:prSet presAssocID="{51E34B2F-63BB-A546-816B-654D38BC4EE8}" presName="sibTrans" presStyleCnt="0"/>
      <dgm:spPr/>
    </dgm:pt>
    <dgm:pt modelId="{5F265207-0C82-7141-A2C3-389018D59CB0}" type="pres">
      <dgm:prSet presAssocID="{BFAB629E-3352-2348-A3E9-8BF45EC07316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A101F1-2472-1F4F-9BCC-441676297E1F}" type="pres">
      <dgm:prSet presAssocID="{64FF0A76-93C8-904D-BD8C-0D7A48E0D13C}" presName="sibTrans" presStyleCnt="0"/>
      <dgm:spPr/>
    </dgm:pt>
    <dgm:pt modelId="{B95EE67A-E0AA-6745-870A-34CA09BF6E07}" type="pres">
      <dgm:prSet presAssocID="{2851F0FC-EBE3-F447-8A08-B51336AE16E1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0595C6-3A45-A642-945E-5D98A011E4C4}" type="pres">
      <dgm:prSet presAssocID="{0761EBCC-241B-6C49-BE76-7B11670EED95}" presName="sibTrans" presStyleCnt="0"/>
      <dgm:spPr/>
    </dgm:pt>
    <dgm:pt modelId="{8B28C7BB-6EC5-3E49-A22F-1B5D4FA507A0}" type="pres">
      <dgm:prSet presAssocID="{8B19B028-7321-B240-AF0F-65C3A0607E51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6E222B-9134-9241-99FC-289F4CD23F0F}" type="pres">
      <dgm:prSet presAssocID="{C959AAB8-7FA6-394D-ACEE-4D575D3C0C0F}" presName="sibTrans" presStyleCnt="0"/>
      <dgm:spPr/>
    </dgm:pt>
    <dgm:pt modelId="{73723612-B58B-9544-97A2-3F1D1B6972C3}" type="pres">
      <dgm:prSet presAssocID="{B77E183E-1D33-B54B-A640-87D470C6260C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B9DC79-3EFD-8345-A9AF-BFA065B507F2}" type="pres">
      <dgm:prSet presAssocID="{271F4703-3462-B549-8A7F-1AC0DF21D57C}" presName="sibTrans" presStyleCnt="0"/>
      <dgm:spPr/>
    </dgm:pt>
    <dgm:pt modelId="{14F05938-6A92-AD45-ABF2-2386CD28481B}" type="pres">
      <dgm:prSet presAssocID="{A132FEAE-9B14-734C-90FB-56825CC8BD1F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476F7BE-5A11-D748-BDAE-32265AAB7546}" type="presOf" srcId="{8B19B028-7321-B240-AF0F-65C3A0607E51}" destId="{8B28C7BB-6EC5-3E49-A22F-1B5D4FA507A0}" srcOrd="0" destOrd="0" presId="urn:microsoft.com/office/officeart/2005/8/layout/default"/>
    <dgm:cxn modelId="{655E3FB5-0246-4D4F-94DF-B44FA99CED43}" type="presOf" srcId="{B67CBFBC-610D-9444-B6CE-F4642128A344}" destId="{AA6B671C-2DCF-794A-8998-226807D6918C}" srcOrd="0" destOrd="0" presId="urn:microsoft.com/office/officeart/2005/8/layout/default"/>
    <dgm:cxn modelId="{00EE2AAF-EF03-984F-86FB-20AB088FA980}" type="presOf" srcId="{2851F0FC-EBE3-F447-8A08-B51336AE16E1}" destId="{B95EE67A-E0AA-6745-870A-34CA09BF6E07}" srcOrd="0" destOrd="0" presId="urn:microsoft.com/office/officeart/2005/8/layout/default"/>
    <dgm:cxn modelId="{8C3CCC35-88F4-884C-9C30-328457601DE8}" type="presOf" srcId="{A132FEAE-9B14-734C-90FB-56825CC8BD1F}" destId="{14F05938-6A92-AD45-ABF2-2386CD28481B}" srcOrd="0" destOrd="0" presId="urn:microsoft.com/office/officeart/2005/8/layout/default"/>
    <dgm:cxn modelId="{6DE04B0F-E17A-724A-95EC-3AE8EAA3F594}" srcId="{B67CBFBC-610D-9444-B6CE-F4642128A344}" destId="{A132FEAE-9B14-734C-90FB-56825CC8BD1F}" srcOrd="6" destOrd="0" parTransId="{41AE91C7-F9EF-FB42-BABF-96D6532B7235}" sibTransId="{5689AAE5-362B-2547-8CF6-D73AC5F197A3}"/>
    <dgm:cxn modelId="{4C012560-C9E5-CA49-B816-9E9B25DFBC51}" type="presOf" srcId="{B77E183E-1D33-B54B-A640-87D470C6260C}" destId="{73723612-B58B-9544-97A2-3F1D1B6972C3}" srcOrd="0" destOrd="0" presId="urn:microsoft.com/office/officeart/2005/8/layout/default"/>
    <dgm:cxn modelId="{5C40457A-26D6-E147-A66B-22B81AF832AC}" srcId="{B67CBFBC-610D-9444-B6CE-F4642128A344}" destId="{4E998C71-FDA6-8640-939A-5F6886DF365E}" srcOrd="0" destOrd="0" parTransId="{7CBA461F-C43C-6E4D-889F-C7025A3E192A}" sibTransId="{84F9A440-B571-2C43-86C1-2D22B3408963}"/>
    <dgm:cxn modelId="{210E0544-3B56-5C4E-BCD0-A831E16FDA0E}" type="presOf" srcId="{BFAB629E-3352-2348-A3E9-8BF45EC07316}" destId="{5F265207-0C82-7141-A2C3-389018D59CB0}" srcOrd="0" destOrd="0" presId="urn:microsoft.com/office/officeart/2005/8/layout/default"/>
    <dgm:cxn modelId="{72CB6BD1-4CE4-8E42-A71C-8A201A79DCD5}" srcId="{B67CBFBC-610D-9444-B6CE-F4642128A344}" destId="{2851F0FC-EBE3-F447-8A08-B51336AE16E1}" srcOrd="3" destOrd="0" parTransId="{30EB750E-9B53-9249-82BB-4D8D026BECCE}" sibTransId="{0761EBCC-241B-6C49-BE76-7B11670EED95}"/>
    <dgm:cxn modelId="{4CDECDCB-9D8F-9146-B9E2-D144F0EA0AAB}" type="presOf" srcId="{51C61FAC-897C-074F-BE66-677459967A98}" destId="{F2B3B2F8-32C5-E944-8666-47BD8155FE67}" srcOrd="0" destOrd="0" presId="urn:microsoft.com/office/officeart/2005/8/layout/default"/>
    <dgm:cxn modelId="{CC6A1042-183E-3845-A241-ED94673F08AA}" type="presOf" srcId="{4E998C71-FDA6-8640-939A-5F6886DF365E}" destId="{6265395D-553E-1943-A526-C896D6065D91}" srcOrd="0" destOrd="0" presId="urn:microsoft.com/office/officeart/2005/8/layout/default"/>
    <dgm:cxn modelId="{C16525D5-831A-4845-80BA-CC45529B7535}" srcId="{B67CBFBC-610D-9444-B6CE-F4642128A344}" destId="{BFAB629E-3352-2348-A3E9-8BF45EC07316}" srcOrd="2" destOrd="0" parTransId="{C98142FE-1E14-4C41-92FA-414E77C4C9BB}" sibTransId="{64FF0A76-93C8-904D-BD8C-0D7A48E0D13C}"/>
    <dgm:cxn modelId="{E5772B0D-B375-284C-9A44-39C3C75F1C66}" srcId="{B67CBFBC-610D-9444-B6CE-F4642128A344}" destId="{51C61FAC-897C-074F-BE66-677459967A98}" srcOrd="1" destOrd="0" parTransId="{A16279B2-662B-E843-8E0C-4A8B9CB13FBE}" sibTransId="{51E34B2F-63BB-A546-816B-654D38BC4EE8}"/>
    <dgm:cxn modelId="{80D01B45-60A3-054E-B20A-C8878AC57C48}" srcId="{B67CBFBC-610D-9444-B6CE-F4642128A344}" destId="{B77E183E-1D33-B54B-A640-87D470C6260C}" srcOrd="5" destOrd="0" parTransId="{9A9D8BE4-1D2F-DC47-991F-4D7BED7FC011}" sibTransId="{271F4703-3462-B549-8A7F-1AC0DF21D57C}"/>
    <dgm:cxn modelId="{4F3D5DE5-60AB-764C-84C2-D49D04389D6C}" srcId="{B67CBFBC-610D-9444-B6CE-F4642128A344}" destId="{8B19B028-7321-B240-AF0F-65C3A0607E51}" srcOrd="4" destOrd="0" parTransId="{0D9DB82B-40EB-4242-9D7F-32BD14D91FFC}" sibTransId="{C959AAB8-7FA6-394D-ACEE-4D575D3C0C0F}"/>
    <dgm:cxn modelId="{4F8D6252-348A-FB4C-B4E9-2A5A05B61DCC}" type="presParOf" srcId="{AA6B671C-2DCF-794A-8998-226807D6918C}" destId="{6265395D-553E-1943-A526-C896D6065D91}" srcOrd="0" destOrd="0" presId="urn:microsoft.com/office/officeart/2005/8/layout/default"/>
    <dgm:cxn modelId="{F39B95ED-A6DC-C040-80E8-12A655A17403}" type="presParOf" srcId="{AA6B671C-2DCF-794A-8998-226807D6918C}" destId="{35D7484C-AC09-2542-92C0-1BF6E0786D84}" srcOrd="1" destOrd="0" presId="urn:microsoft.com/office/officeart/2005/8/layout/default"/>
    <dgm:cxn modelId="{FCF16A88-BA2B-4B4A-8ED2-8B58C4814438}" type="presParOf" srcId="{AA6B671C-2DCF-794A-8998-226807D6918C}" destId="{F2B3B2F8-32C5-E944-8666-47BD8155FE67}" srcOrd="2" destOrd="0" presId="urn:microsoft.com/office/officeart/2005/8/layout/default"/>
    <dgm:cxn modelId="{6B335762-B6A6-B149-8CE7-0E9AE4CC5E83}" type="presParOf" srcId="{AA6B671C-2DCF-794A-8998-226807D6918C}" destId="{21428E62-1896-3B49-9C36-F7614DB4A6F5}" srcOrd="3" destOrd="0" presId="urn:microsoft.com/office/officeart/2005/8/layout/default"/>
    <dgm:cxn modelId="{230108FB-DF6C-C643-9C8C-C5FA1AB75BD3}" type="presParOf" srcId="{AA6B671C-2DCF-794A-8998-226807D6918C}" destId="{5F265207-0C82-7141-A2C3-389018D59CB0}" srcOrd="4" destOrd="0" presId="urn:microsoft.com/office/officeart/2005/8/layout/default"/>
    <dgm:cxn modelId="{209A8FC2-C87C-0849-95C3-3811FCCF6C06}" type="presParOf" srcId="{AA6B671C-2DCF-794A-8998-226807D6918C}" destId="{F8A101F1-2472-1F4F-9BCC-441676297E1F}" srcOrd="5" destOrd="0" presId="urn:microsoft.com/office/officeart/2005/8/layout/default"/>
    <dgm:cxn modelId="{E8B6506E-1A01-2B43-A8B8-4DF8161BC0BD}" type="presParOf" srcId="{AA6B671C-2DCF-794A-8998-226807D6918C}" destId="{B95EE67A-E0AA-6745-870A-34CA09BF6E07}" srcOrd="6" destOrd="0" presId="urn:microsoft.com/office/officeart/2005/8/layout/default"/>
    <dgm:cxn modelId="{DAD7441D-FAB4-9742-8F61-8C7A256B304B}" type="presParOf" srcId="{AA6B671C-2DCF-794A-8998-226807D6918C}" destId="{3A0595C6-3A45-A642-945E-5D98A011E4C4}" srcOrd="7" destOrd="0" presId="urn:microsoft.com/office/officeart/2005/8/layout/default"/>
    <dgm:cxn modelId="{CFACF003-5012-2E44-8987-86C86C66476A}" type="presParOf" srcId="{AA6B671C-2DCF-794A-8998-226807D6918C}" destId="{8B28C7BB-6EC5-3E49-A22F-1B5D4FA507A0}" srcOrd="8" destOrd="0" presId="urn:microsoft.com/office/officeart/2005/8/layout/default"/>
    <dgm:cxn modelId="{AB649B0D-C82D-C84F-87B5-029EBBCC3CD9}" type="presParOf" srcId="{AA6B671C-2DCF-794A-8998-226807D6918C}" destId="{556E222B-9134-9241-99FC-289F4CD23F0F}" srcOrd="9" destOrd="0" presId="urn:microsoft.com/office/officeart/2005/8/layout/default"/>
    <dgm:cxn modelId="{9BB52087-373C-934D-A072-DB1DBC5EF986}" type="presParOf" srcId="{AA6B671C-2DCF-794A-8998-226807D6918C}" destId="{73723612-B58B-9544-97A2-3F1D1B6972C3}" srcOrd="10" destOrd="0" presId="urn:microsoft.com/office/officeart/2005/8/layout/default"/>
    <dgm:cxn modelId="{F9DE3D37-81D1-E549-B20F-ED78698B2380}" type="presParOf" srcId="{AA6B671C-2DCF-794A-8998-226807D6918C}" destId="{BEB9DC79-3EFD-8345-A9AF-BFA065B507F2}" srcOrd="11" destOrd="0" presId="urn:microsoft.com/office/officeart/2005/8/layout/default"/>
    <dgm:cxn modelId="{D5AF8570-631B-BB44-994F-ED1A6351FC65}" type="presParOf" srcId="{AA6B671C-2DCF-794A-8998-226807D6918C}" destId="{14F05938-6A92-AD45-ABF2-2386CD28481B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5AD7D9-C160-5F41-A5A3-8F14B41102C3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E045722-C62E-8041-9F8B-8E85EF5D9BDA}">
      <dgm:prSet phldrT="[Текст]" custT="1"/>
      <dgm:spPr/>
      <dgm:t>
        <a:bodyPr/>
        <a:lstStyle/>
        <a:p>
          <a:r>
            <a:rPr lang="ru-RU" sz="4400" dirty="0" smtClean="0"/>
            <a:t>Право </a:t>
          </a:r>
          <a:br>
            <a:rPr lang="ru-RU" sz="4400" dirty="0" smtClean="0"/>
          </a:br>
          <a:r>
            <a:rPr lang="ru-RU" sz="3600" dirty="0" smtClean="0">
              <a:solidFill>
                <a:srgbClr val="FFFF00"/>
              </a:solidFill>
            </a:rPr>
            <a:t>специфическая форма общественных отношений, особый вид социальной регуляции</a:t>
          </a:r>
          <a:endParaRPr lang="ru-RU" sz="3600" dirty="0">
            <a:solidFill>
              <a:srgbClr val="FFFF00"/>
            </a:solidFill>
          </a:endParaRPr>
        </a:p>
      </dgm:t>
    </dgm:pt>
    <dgm:pt modelId="{170D9937-C3C9-CE4C-A5FF-CAF3CFF60A90}" type="parTrans" cxnId="{3DE40843-1E0B-DD4F-A75A-17D3CEB6030A}">
      <dgm:prSet/>
      <dgm:spPr/>
      <dgm:t>
        <a:bodyPr/>
        <a:lstStyle/>
        <a:p>
          <a:endParaRPr lang="ru-RU"/>
        </a:p>
      </dgm:t>
    </dgm:pt>
    <dgm:pt modelId="{4DE3F684-312E-7841-B667-157F7C4E9DA1}" type="sibTrans" cxnId="{3DE40843-1E0B-DD4F-A75A-17D3CEB6030A}">
      <dgm:prSet/>
      <dgm:spPr/>
      <dgm:t>
        <a:bodyPr/>
        <a:lstStyle/>
        <a:p>
          <a:endParaRPr lang="ru-RU"/>
        </a:p>
      </dgm:t>
    </dgm:pt>
    <dgm:pt modelId="{4C5EB078-DBE5-704A-88FF-B028463A4161}">
      <dgm:prSet phldrT="[Текст]" custT="1"/>
      <dgm:spPr/>
      <dgm:t>
        <a:bodyPr/>
        <a:lstStyle/>
        <a:p>
          <a:r>
            <a:rPr lang="ru-RU" sz="4400" dirty="0" err="1" smtClean="0">
              <a:solidFill>
                <a:srgbClr val="FFFF00"/>
              </a:solidFill>
            </a:rPr>
            <a:t>легистский</a:t>
          </a:r>
          <a:r>
            <a:rPr lang="ru-RU" sz="4400" dirty="0" smtClean="0">
              <a:solidFill>
                <a:srgbClr val="FFFF00"/>
              </a:solidFill>
            </a:rPr>
            <a:t> </a:t>
          </a:r>
          <a:br>
            <a:rPr lang="ru-RU" sz="4400" dirty="0" smtClean="0">
              <a:solidFill>
                <a:srgbClr val="FFFF00"/>
              </a:solidFill>
            </a:rPr>
          </a:br>
          <a:r>
            <a:rPr lang="ru-RU" sz="4400" dirty="0" smtClean="0">
              <a:solidFill>
                <a:srgbClr val="FFFF00"/>
              </a:solidFill>
            </a:rPr>
            <a:t>(от лат. lex — закон)</a:t>
          </a:r>
          <a:endParaRPr lang="ru-RU" sz="4400" dirty="0">
            <a:solidFill>
              <a:srgbClr val="FFFF00"/>
            </a:solidFill>
          </a:endParaRPr>
        </a:p>
      </dgm:t>
    </dgm:pt>
    <dgm:pt modelId="{CEE1A961-CDCA-2245-AE33-B89A623C7B8D}" type="parTrans" cxnId="{23029FD3-194B-254B-870D-349F513B8B2A}">
      <dgm:prSet/>
      <dgm:spPr/>
      <dgm:t>
        <a:bodyPr/>
        <a:lstStyle/>
        <a:p>
          <a:endParaRPr lang="ru-RU"/>
        </a:p>
      </dgm:t>
    </dgm:pt>
    <dgm:pt modelId="{5CE8B696-7385-F648-A298-899CA096042F}" type="sibTrans" cxnId="{23029FD3-194B-254B-870D-349F513B8B2A}">
      <dgm:prSet/>
      <dgm:spPr/>
      <dgm:t>
        <a:bodyPr/>
        <a:lstStyle/>
        <a:p>
          <a:endParaRPr lang="ru-RU"/>
        </a:p>
      </dgm:t>
    </dgm:pt>
    <dgm:pt modelId="{4DDCF5AD-D70D-C54B-8CB5-C87317CD1CD1}">
      <dgm:prSet phldrT="[Текст]" custT="1"/>
      <dgm:spPr/>
      <dgm:t>
        <a:bodyPr/>
        <a:lstStyle/>
        <a:p>
          <a:r>
            <a:rPr lang="ru-RU" sz="4400" dirty="0" smtClean="0">
              <a:solidFill>
                <a:srgbClr val="FFFF00"/>
              </a:solidFill>
            </a:rPr>
            <a:t>юридический </a:t>
          </a:r>
          <a:br>
            <a:rPr lang="ru-RU" sz="4400" dirty="0" smtClean="0">
              <a:solidFill>
                <a:srgbClr val="FFFF00"/>
              </a:solidFill>
            </a:rPr>
          </a:br>
          <a:r>
            <a:rPr lang="ru-RU" sz="4400" dirty="0" smtClean="0">
              <a:solidFill>
                <a:srgbClr val="FFFF00"/>
              </a:solidFill>
            </a:rPr>
            <a:t>(от лат. </a:t>
          </a:r>
          <a:r>
            <a:rPr lang="ru-RU" sz="4400" dirty="0" err="1" smtClean="0">
              <a:solidFill>
                <a:srgbClr val="FFFF00"/>
              </a:solidFill>
            </a:rPr>
            <a:t>ius</a:t>
          </a:r>
          <a:r>
            <a:rPr lang="ru-RU" sz="4400" dirty="0" smtClean="0">
              <a:solidFill>
                <a:srgbClr val="FFFF00"/>
              </a:solidFill>
            </a:rPr>
            <a:t> — право)</a:t>
          </a:r>
          <a:endParaRPr lang="ru-RU" sz="4400" dirty="0">
            <a:solidFill>
              <a:srgbClr val="FFFF00"/>
            </a:solidFill>
          </a:endParaRPr>
        </a:p>
      </dgm:t>
    </dgm:pt>
    <dgm:pt modelId="{700A2DA2-2273-9E42-B852-1E37253927A6}" type="parTrans" cxnId="{96D912A8-8325-2849-922D-8F334202FC5B}">
      <dgm:prSet/>
      <dgm:spPr/>
      <dgm:t>
        <a:bodyPr/>
        <a:lstStyle/>
        <a:p>
          <a:endParaRPr lang="ru-RU"/>
        </a:p>
      </dgm:t>
    </dgm:pt>
    <dgm:pt modelId="{5D704914-30FF-024C-A2C4-0E4015248252}" type="sibTrans" cxnId="{96D912A8-8325-2849-922D-8F334202FC5B}">
      <dgm:prSet/>
      <dgm:spPr/>
      <dgm:t>
        <a:bodyPr/>
        <a:lstStyle/>
        <a:p>
          <a:endParaRPr lang="ru-RU"/>
        </a:p>
      </dgm:t>
    </dgm:pt>
    <dgm:pt modelId="{388E8A9D-B721-EF40-9B33-FFF826B4C3E8}" type="pres">
      <dgm:prSet presAssocID="{2D5AD7D9-C160-5F41-A5A3-8F14B41102C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FD21F1C-C2F2-6942-8A4B-45D2AA26C548}" type="pres">
      <dgm:prSet presAssocID="{7E045722-C62E-8041-9F8B-8E85EF5D9BDA}" presName="hierRoot1" presStyleCnt="0">
        <dgm:presLayoutVars>
          <dgm:hierBranch val="init"/>
        </dgm:presLayoutVars>
      </dgm:prSet>
      <dgm:spPr/>
    </dgm:pt>
    <dgm:pt modelId="{AE6F7806-BBC1-0944-BD2D-379178B50951}" type="pres">
      <dgm:prSet presAssocID="{7E045722-C62E-8041-9F8B-8E85EF5D9BDA}" presName="rootComposite1" presStyleCnt="0"/>
      <dgm:spPr/>
    </dgm:pt>
    <dgm:pt modelId="{F6CAD069-C136-284A-8379-200082DCDE95}" type="pres">
      <dgm:prSet presAssocID="{7E045722-C62E-8041-9F8B-8E85EF5D9BDA}" presName="rootText1" presStyleLbl="node0" presStyleIdx="0" presStyleCnt="1" custScaleX="208943" custScaleY="13926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CAD52B4-72B2-F041-ADD3-579FAAB912C3}" type="pres">
      <dgm:prSet presAssocID="{7E045722-C62E-8041-9F8B-8E85EF5D9BDA}" presName="rootConnector1" presStyleLbl="node1" presStyleIdx="0" presStyleCnt="0"/>
      <dgm:spPr/>
    </dgm:pt>
    <dgm:pt modelId="{DEAA167A-1EBE-C44C-8E3F-C104AD0BAFE8}" type="pres">
      <dgm:prSet presAssocID="{7E045722-C62E-8041-9F8B-8E85EF5D9BDA}" presName="hierChild2" presStyleCnt="0"/>
      <dgm:spPr/>
    </dgm:pt>
    <dgm:pt modelId="{FCB9A21E-CEEA-C344-86D4-1F37B07E6B18}" type="pres">
      <dgm:prSet presAssocID="{CEE1A961-CDCA-2245-AE33-B89A623C7B8D}" presName="Name37" presStyleLbl="parChTrans1D2" presStyleIdx="0" presStyleCnt="2"/>
      <dgm:spPr/>
    </dgm:pt>
    <dgm:pt modelId="{3F7C5A20-2214-8248-BF3E-E84ED250CA3C}" type="pres">
      <dgm:prSet presAssocID="{4C5EB078-DBE5-704A-88FF-B028463A4161}" presName="hierRoot2" presStyleCnt="0">
        <dgm:presLayoutVars>
          <dgm:hierBranch val="init"/>
        </dgm:presLayoutVars>
      </dgm:prSet>
      <dgm:spPr/>
    </dgm:pt>
    <dgm:pt modelId="{1A94528C-5E33-C44B-969D-F7C2FDF4B901}" type="pres">
      <dgm:prSet presAssocID="{4C5EB078-DBE5-704A-88FF-B028463A4161}" presName="rootComposite" presStyleCnt="0"/>
      <dgm:spPr/>
    </dgm:pt>
    <dgm:pt modelId="{7EF6D246-3C61-EB4E-95A0-BDB8047A3F66}" type="pres">
      <dgm:prSet presAssocID="{4C5EB078-DBE5-704A-88FF-B028463A4161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7E96CB3-4BD8-7C4D-9EF2-6F82B5098B1C}" type="pres">
      <dgm:prSet presAssocID="{4C5EB078-DBE5-704A-88FF-B028463A4161}" presName="rootConnector" presStyleLbl="node2" presStyleIdx="0" presStyleCnt="2"/>
      <dgm:spPr/>
    </dgm:pt>
    <dgm:pt modelId="{5419FF51-DCB3-054F-96BF-D24DF0EF9B1B}" type="pres">
      <dgm:prSet presAssocID="{4C5EB078-DBE5-704A-88FF-B028463A4161}" presName="hierChild4" presStyleCnt="0"/>
      <dgm:spPr/>
    </dgm:pt>
    <dgm:pt modelId="{E816B6DF-99D5-6341-855E-43221CE5F77D}" type="pres">
      <dgm:prSet presAssocID="{4C5EB078-DBE5-704A-88FF-B028463A4161}" presName="hierChild5" presStyleCnt="0"/>
      <dgm:spPr/>
    </dgm:pt>
    <dgm:pt modelId="{4F56BFF0-D970-9D41-A6D3-CEF85B1A1D90}" type="pres">
      <dgm:prSet presAssocID="{700A2DA2-2273-9E42-B852-1E37253927A6}" presName="Name37" presStyleLbl="parChTrans1D2" presStyleIdx="1" presStyleCnt="2"/>
      <dgm:spPr/>
    </dgm:pt>
    <dgm:pt modelId="{89F5F665-389D-F541-A39B-B2E99C3189E1}" type="pres">
      <dgm:prSet presAssocID="{4DDCF5AD-D70D-C54B-8CB5-C87317CD1CD1}" presName="hierRoot2" presStyleCnt="0">
        <dgm:presLayoutVars>
          <dgm:hierBranch val="init"/>
        </dgm:presLayoutVars>
      </dgm:prSet>
      <dgm:spPr/>
    </dgm:pt>
    <dgm:pt modelId="{DED96A95-E71D-AE45-B160-D064EBE0F836}" type="pres">
      <dgm:prSet presAssocID="{4DDCF5AD-D70D-C54B-8CB5-C87317CD1CD1}" presName="rootComposite" presStyleCnt="0"/>
      <dgm:spPr/>
    </dgm:pt>
    <dgm:pt modelId="{EA0F9FD9-C645-BC4F-A835-63AA6E7AB376}" type="pres">
      <dgm:prSet presAssocID="{4DDCF5AD-D70D-C54B-8CB5-C87317CD1CD1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23D9491-D9E1-1D40-B8A5-9B56D30B3950}" type="pres">
      <dgm:prSet presAssocID="{4DDCF5AD-D70D-C54B-8CB5-C87317CD1CD1}" presName="rootConnector" presStyleLbl="node2" presStyleIdx="1" presStyleCnt="2"/>
      <dgm:spPr/>
    </dgm:pt>
    <dgm:pt modelId="{A832A1CE-AE4C-844E-BE94-53C7BE76152A}" type="pres">
      <dgm:prSet presAssocID="{4DDCF5AD-D70D-C54B-8CB5-C87317CD1CD1}" presName="hierChild4" presStyleCnt="0"/>
      <dgm:spPr/>
    </dgm:pt>
    <dgm:pt modelId="{6DD6B271-8383-C24A-B137-4302FBDE08A0}" type="pres">
      <dgm:prSet presAssocID="{4DDCF5AD-D70D-C54B-8CB5-C87317CD1CD1}" presName="hierChild5" presStyleCnt="0"/>
      <dgm:spPr/>
    </dgm:pt>
    <dgm:pt modelId="{D52753DC-7894-CF49-A7B5-A278F31A7E1A}" type="pres">
      <dgm:prSet presAssocID="{7E045722-C62E-8041-9F8B-8E85EF5D9BDA}" presName="hierChild3" presStyleCnt="0"/>
      <dgm:spPr/>
    </dgm:pt>
  </dgm:ptLst>
  <dgm:cxnLst>
    <dgm:cxn modelId="{22925954-1DE5-654B-951B-29EE2997D7AD}" type="presOf" srcId="{4C5EB078-DBE5-704A-88FF-B028463A4161}" destId="{B7E96CB3-4BD8-7C4D-9EF2-6F82B5098B1C}" srcOrd="1" destOrd="0" presId="urn:microsoft.com/office/officeart/2005/8/layout/orgChart1"/>
    <dgm:cxn modelId="{3F8BC873-7F3E-7E41-8AAD-8A0A018DB440}" type="presOf" srcId="{7E045722-C62E-8041-9F8B-8E85EF5D9BDA}" destId="{F6CAD069-C136-284A-8379-200082DCDE95}" srcOrd="0" destOrd="0" presId="urn:microsoft.com/office/officeart/2005/8/layout/orgChart1"/>
    <dgm:cxn modelId="{529004FA-842C-0E45-B584-283BF69BDEE3}" type="presOf" srcId="{4DDCF5AD-D70D-C54B-8CB5-C87317CD1CD1}" destId="{F23D9491-D9E1-1D40-B8A5-9B56D30B3950}" srcOrd="1" destOrd="0" presId="urn:microsoft.com/office/officeart/2005/8/layout/orgChart1"/>
    <dgm:cxn modelId="{96D912A8-8325-2849-922D-8F334202FC5B}" srcId="{7E045722-C62E-8041-9F8B-8E85EF5D9BDA}" destId="{4DDCF5AD-D70D-C54B-8CB5-C87317CD1CD1}" srcOrd="1" destOrd="0" parTransId="{700A2DA2-2273-9E42-B852-1E37253927A6}" sibTransId="{5D704914-30FF-024C-A2C4-0E4015248252}"/>
    <dgm:cxn modelId="{359B1F03-FB65-A94E-A245-DC366C40BC5B}" type="presOf" srcId="{4C5EB078-DBE5-704A-88FF-B028463A4161}" destId="{7EF6D246-3C61-EB4E-95A0-BDB8047A3F66}" srcOrd="0" destOrd="0" presId="urn:microsoft.com/office/officeart/2005/8/layout/orgChart1"/>
    <dgm:cxn modelId="{CE779FF6-1A0C-B740-A038-06E1128964A9}" type="presOf" srcId="{4DDCF5AD-D70D-C54B-8CB5-C87317CD1CD1}" destId="{EA0F9FD9-C645-BC4F-A835-63AA6E7AB376}" srcOrd="0" destOrd="0" presId="urn:microsoft.com/office/officeart/2005/8/layout/orgChart1"/>
    <dgm:cxn modelId="{887290AC-33E8-9A48-A9A3-59E01227A080}" type="presOf" srcId="{2D5AD7D9-C160-5F41-A5A3-8F14B41102C3}" destId="{388E8A9D-B721-EF40-9B33-FFF826B4C3E8}" srcOrd="0" destOrd="0" presId="urn:microsoft.com/office/officeart/2005/8/layout/orgChart1"/>
    <dgm:cxn modelId="{23029FD3-194B-254B-870D-349F513B8B2A}" srcId="{7E045722-C62E-8041-9F8B-8E85EF5D9BDA}" destId="{4C5EB078-DBE5-704A-88FF-B028463A4161}" srcOrd="0" destOrd="0" parTransId="{CEE1A961-CDCA-2245-AE33-B89A623C7B8D}" sibTransId="{5CE8B696-7385-F648-A298-899CA096042F}"/>
    <dgm:cxn modelId="{3DE40843-1E0B-DD4F-A75A-17D3CEB6030A}" srcId="{2D5AD7D9-C160-5F41-A5A3-8F14B41102C3}" destId="{7E045722-C62E-8041-9F8B-8E85EF5D9BDA}" srcOrd="0" destOrd="0" parTransId="{170D9937-C3C9-CE4C-A5FF-CAF3CFF60A90}" sibTransId="{4DE3F684-312E-7841-B667-157F7C4E9DA1}"/>
    <dgm:cxn modelId="{D2D70E77-9F30-774C-BC85-0B08D6A45D83}" type="presOf" srcId="{700A2DA2-2273-9E42-B852-1E37253927A6}" destId="{4F56BFF0-D970-9D41-A6D3-CEF85B1A1D90}" srcOrd="0" destOrd="0" presId="urn:microsoft.com/office/officeart/2005/8/layout/orgChart1"/>
    <dgm:cxn modelId="{D033180A-5FFB-ED44-8819-CB93A80AD45A}" type="presOf" srcId="{CEE1A961-CDCA-2245-AE33-B89A623C7B8D}" destId="{FCB9A21E-CEEA-C344-86D4-1F37B07E6B18}" srcOrd="0" destOrd="0" presId="urn:microsoft.com/office/officeart/2005/8/layout/orgChart1"/>
    <dgm:cxn modelId="{B11B9731-869E-5D45-879F-170D424C3EA0}" type="presOf" srcId="{7E045722-C62E-8041-9F8B-8E85EF5D9BDA}" destId="{DCAD52B4-72B2-F041-ADD3-579FAAB912C3}" srcOrd="1" destOrd="0" presId="urn:microsoft.com/office/officeart/2005/8/layout/orgChart1"/>
    <dgm:cxn modelId="{37B0A3E7-736B-9649-82E1-D297F94677BE}" type="presParOf" srcId="{388E8A9D-B721-EF40-9B33-FFF826B4C3E8}" destId="{AFD21F1C-C2F2-6942-8A4B-45D2AA26C548}" srcOrd="0" destOrd="0" presId="urn:microsoft.com/office/officeart/2005/8/layout/orgChart1"/>
    <dgm:cxn modelId="{31D5BC0E-F78B-484F-A197-32C30344CA5C}" type="presParOf" srcId="{AFD21F1C-C2F2-6942-8A4B-45D2AA26C548}" destId="{AE6F7806-BBC1-0944-BD2D-379178B50951}" srcOrd="0" destOrd="0" presId="urn:microsoft.com/office/officeart/2005/8/layout/orgChart1"/>
    <dgm:cxn modelId="{6B138BA8-D8E4-8E43-AC2E-2E8BA85EC534}" type="presParOf" srcId="{AE6F7806-BBC1-0944-BD2D-379178B50951}" destId="{F6CAD069-C136-284A-8379-200082DCDE95}" srcOrd="0" destOrd="0" presId="urn:microsoft.com/office/officeart/2005/8/layout/orgChart1"/>
    <dgm:cxn modelId="{7F36587F-08F2-EA40-ADCB-082A976F0EDE}" type="presParOf" srcId="{AE6F7806-BBC1-0944-BD2D-379178B50951}" destId="{DCAD52B4-72B2-F041-ADD3-579FAAB912C3}" srcOrd="1" destOrd="0" presId="urn:microsoft.com/office/officeart/2005/8/layout/orgChart1"/>
    <dgm:cxn modelId="{472FEAB7-D0AF-7D4F-9D1F-CE75D22B4A20}" type="presParOf" srcId="{AFD21F1C-C2F2-6942-8A4B-45D2AA26C548}" destId="{DEAA167A-1EBE-C44C-8E3F-C104AD0BAFE8}" srcOrd="1" destOrd="0" presId="urn:microsoft.com/office/officeart/2005/8/layout/orgChart1"/>
    <dgm:cxn modelId="{F55E5627-1759-3841-937C-8C5AC4A0547A}" type="presParOf" srcId="{DEAA167A-1EBE-C44C-8E3F-C104AD0BAFE8}" destId="{FCB9A21E-CEEA-C344-86D4-1F37B07E6B18}" srcOrd="0" destOrd="0" presId="urn:microsoft.com/office/officeart/2005/8/layout/orgChart1"/>
    <dgm:cxn modelId="{3B4EA058-5E2C-AC4B-908E-B249873B7D43}" type="presParOf" srcId="{DEAA167A-1EBE-C44C-8E3F-C104AD0BAFE8}" destId="{3F7C5A20-2214-8248-BF3E-E84ED250CA3C}" srcOrd="1" destOrd="0" presId="urn:microsoft.com/office/officeart/2005/8/layout/orgChart1"/>
    <dgm:cxn modelId="{3BC4880A-6316-8A49-AD14-F3FD7C5D9066}" type="presParOf" srcId="{3F7C5A20-2214-8248-BF3E-E84ED250CA3C}" destId="{1A94528C-5E33-C44B-969D-F7C2FDF4B901}" srcOrd="0" destOrd="0" presId="urn:microsoft.com/office/officeart/2005/8/layout/orgChart1"/>
    <dgm:cxn modelId="{9FCF2BAA-0DA9-204F-A0FA-A3DF17CFF346}" type="presParOf" srcId="{1A94528C-5E33-C44B-969D-F7C2FDF4B901}" destId="{7EF6D246-3C61-EB4E-95A0-BDB8047A3F66}" srcOrd="0" destOrd="0" presId="urn:microsoft.com/office/officeart/2005/8/layout/orgChart1"/>
    <dgm:cxn modelId="{904A6150-4061-C542-8FCD-735C05B54A90}" type="presParOf" srcId="{1A94528C-5E33-C44B-969D-F7C2FDF4B901}" destId="{B7E96CB3-4BD8-7C4D-9EF2-6F82B5098B1C}" srcOrd="1" destOrd="0" presId="urn:microsoft.com/office/officeart/2005/8/layout/orgChart1"/>
    <dgm:cxn modelId="{C0EFD6B2-8EE9-9844-8360-8BF213357D24}" type="presParOf" srcId="{3F7C5A20-2214-8248-BF3E-E84ED250CA3C}" destId="{5419FF51-DCB3-054F-96BF-D24DF0EF9B1B}" srcOrd="1" destOrd="0" presId="urn:microsoft.com/office/officeart/2005/8/layout/orgChart1"/>
    <dgm:cxn modelId="{68854E96-2863-9E42-B27A-DBA64FCD59BB}" type="presParOf" srcId="{3F7C5A20-2214-8248-BF3E-E84ED250CA3C}" destId="{E816B6DF-99D5-6341-855E-43221CE5F77D}" srcOrd="2" destOrd="0" presId="urn:microsoft.com/office/officeart/2005/8/layout/orgChart1"/>
    <dgm:cxn modelId="{C1DA1A0C-44B6-0646-8524-C838C614AA2E}" type="presParOf" srcId="{DEAA167A-1EBE-C44C-8E3F-C104AD0BAFE8}" destId="{4F56BFF0-D970-9D41-A6D3-CEF85B1A1D90}" srcOrd="2" destOrd="0" presId="urn:microsoft.com/office/officeart/2005/8/layout/orgChart1"/>
    <dgm:cxn modelId="{23CE9F54-FFB9-B94F-A3B6-7F01AE8F6A24}" type="presParOf" srcId="{DEAA167A-1EBE-C44C-8E3F-C104AD0BAFE8}" destId="{89F5F665-389D-F541-A39B-B2E99C3189E1}" srcOrd="3" destOrd="0" presId="urn:microsoft.com/office/officeart/2005/8/layout/orgChart1"/>
    <dgm:cxn modelId="{8D64B69E-1685-E94F-9460-174C91A8E295}" type="presParOf" srcId="{89F5F665-389D-F541-A39B-B2E99C3189E1}" destId="{DED96A95-E71D-AE45-B160-D064EBE0F836}" srcOrd="0" destOrd="0" presId="urn:microsoft.com/office/officeart/2005/8/layout/orgChart1"/>
    <dgm:cxn modelId="{21BCF02D-B493-F14B-9235-65431D35333F}" type="presParOf" srcId="{DED96A95-E71D-AE45-B160-D064EBE0F836}" destId="{EA0F9FD9-C645-BC4F-A835-63AA6E7AB376}" srcOrd="0" destOrd="0" presId="urn:microsoft.com/office/officeart/2005/8/layout/orgChart1"/>
    <dgm:cxn modelId="{282473B7-3567-E243-A516-399A7EB4DDA1}" type="presParOf" srcId="{DED96A95-E71D-AE45-B160-D064EBE0F836}" destId="{F23D9491-D9E1-1D40-B8A5-9B56D30B3950}" srcOrd="1" destOrd="0" presId="urn:microsoft.com/office/officeart/2005/8/layout/orgChart1"/>
    <dgm:cxn modelId="{D2235AF3-873A-F049-963B-8F3C45114276}" type="presParOf" srcId="{89F5F665-389D-F541-A39B-B2E99C3189E1}" destId="{A832A1CE-AE4C-844E-BE94-53C7BE76152A}" srcOrd="1" destOrd="0" presId="urn:microsoft.com/office/officeart/2005/8/layout/orgChart1"/>
    <dgm:cxn modelId="{E650829B-E82E-C848-AC2A-F0F6242842F0}" type="presParOf" srcId="{89F5F665-389D-F541-A39B-B2E99C3189E1}" destId="{6DD6B271-8383-C24A-B137-4302FBDE08A0}" srcOrd="2" destOrd="0" presId="urn:microsoft.com/office/officeart/2005/8/layout/orgChart1"/>
    <dgm:cxn modelId="{B81A6D3D-6F91-5E40-AA49-46841FA9C89A}" type="presParOf" srcId="{AFD21F1C-C2F2-6942-8A4B-45D2AA26C548}" destId="{D52753DC-7894-CF49-A7B5-A278F31A7E1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D0F925-1384-B849-AE0A-1E6B1CD414FE}" type="doc">
      <dgm:prSet loTypeId="urn:microsoft.com/office/officeart/2005/8/layout/defaul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011ED9B-F5D9-434D-992E-B37A77423686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Господство</a:t>
          </a:r>
          <a:endParaRPr lang="ru-RU" dirty="0">
            <a:solidFill>
              <a:srgbClr val="FFFF00"/>
            </a:solidFill>
          </a:endParaRPr>
        </a:p>
      </dgm:t>
    </dgm:pt>
    <dgm:pt modelId="{F04EDD10-325A-F944-85E4-3A670493BEC4}" type="parTrans" cxnId="{62B7330C-BF81-1549-A742-67102CA29C05}">
      <dgm:prSet/>
      <dgm:spPr/>
      <dgm:t>
        <a:bodyPr/>
        <a:lstStyle/>
        <a:p>
          <a:endParaRPr lang="ru-RU"/>
        </a:p>
      </dgm:t>
    </dgm:pt>
    <dgm:pt modelId="{FCB948F0-B3B9-304D-A082-B68F84D93AC0}" type="sibTrans" cxnId="{62B7330C-BF81-1549-A742-67102CA29C05}">
      <dgm:prSet/>
      <dgm:spPr/>
      <dgm:t>
        <a:bodyPr/>
        <a:lstStyle/>
        <a:p>
          <a:endParaRPr lang="ru-RU"/>
        </a:p>
      </dgm:t>
    </dgm:pt>
    <dgm:pt modelId="{DB8E8B1D-6D54-D841-8756-B5CBB1FC4A70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Руководство</a:t>
          </a:r>
          <a:endParaRPr lang="ru-RU" dirty="0">
            <a:solidFill>
              <a:srgbClr val="FFFF00"/>
            </a:solidFill>
          </a:endParaRPr>
        </a:p>
      </dgm:t>
    </dgm:pt>
    <dgm:pt modelId="{87086AFB-36C9-314C-9133-05130913CB1E}" type="parTrans" cxnId="{EB6A3BAD-A631-0241-94C3-99BF456A98B4}">
      <dgm:prSet/>
      <dgm:spPr/>
      <dgm:t>
        <a:bodyPr/>
        <a:lstStyle/>
        <a:p>
          <a:endParaRPr lang="ru-RU"/>
        </a:p>
      </dgm:t>
    </dgm:pt>
    <dgm:pt modelId="{C9694150-7A1E-1840-BB37-7BE5C61C0271}" type="sibTrans" cxnId="{EB6A3BAD-A631-0241-94C3-99BF456A98B4}">
      <dgm:prSet/>
      <dgm:spPr/>
      <dgm:t>
        <a:bodyPr/>
        <a:lstStyle/>
        <a:p>
          <a:endParaRPr lang="ru-RU"/>
        </a:p>
      </dgm:t>
    </dgm:pt>
    <dgm:pt modelId="{48AA6914-679D-E543-96F4-2DBA1EF55078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Управление</a:t>
          </a:r>
          <a:endParaRPr lang="ru-RU" dirty="0">
            <a:solidFill>
              <a:srgbClr val="FFFF00"/>
            </a:solidFill>
          </a:endParaRPr>
        </a:p>
      </dgm:t>
    </dgm:pt>
    <dgm:pt modelId="{11A74F46-77C4-4746-B1E3-249C53792070}" type="parTrans" cxnId="{7F2F9BF6-E636-5D45-995E-0CEA773EB6DD}">
      <dgm:prSet/>
      <dgm:spPr/>
      <dgm:t>
        <a:bodyPr/>
        <a:lstStyle/>
        <a:p>
          <a:endParaRPr lang="ru-RU"/>
        </a:p>
      </dgm:t>
    </dgm:pt>
    <dgm:pt modelId="{CEB45F49-2F79-3040-9E1E-04CDB15F9512}" type="sibTrans" cxnId="{7F2F9BF6-E636-5D45-995E-0CEA773EB6DD}">
      <dgm:prSet/>
      <dgm:spPr/>
      <dgm:t>
        <a:bodyPr/>
        <a:lstStyle/>
        <a:p>
          <a:endParaRPr lang="ru-RU"/>
        </a:p>
      </dgm:t>
    </dgm:pt>
    <dgm:pt modelId="{1572C561-8D41-0549-887F-F3AEF3A72E45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Координация</a:t>
          </a:r>
          <a:endParaRPr lang="ru-RU" dirty="0">
            <a:solidFill>
              <a:srgbClr val="FFFF00"/>
            </a:solidFill>
          </a:endParaRPr>
        </a:p>
      </dgm:t>
    </dgm:pt>
    <dgm:pt modelId="{1AC26F90-7FDB-0B41-8551-C142DDA0BE19}" type="parTrans" cxnId="{15042898-1DAB-004F-9909-0761F34E4AD5}">
      <dgm:prSet/>
      <dgm:spPr/>
      <dgm:t>
        <a:bodyPr/>
        <a:lstStyle/>
        <a:p>
          <a:endParaRPr lang="ru-RU"/>
        </a:p>
      </dgm:t>
    </dgm:pt>
    <dgm:pt modelId="{32C175EE-461B-244F-9B65-43067FFC3DA8}" type="sibTrans" cxnId="{15042898-1DAB-004F-9909-0761F34E4AD5}">
      <dgm:prSet/>
      <dgm:spPr/>
      <dgm:t>
        <a:bodyPr/>
        <a:lstStyle/>
        <a:p>
          <a:endParaRPr lang="ru-RU"/>
        </a:p>
      </dgm:t>
    </dgm:pt>
    <dgm:pt modelId="{A8ADE9CE-ED78-4F4F-AE57-0CC8085A12E8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Организация</a:t>
          </a:r>
          <a:endParaRPr lang="ru-RU" dirty="0">
            <a:solidFill>
              <a:srgbClr val="FFFF00"/>
            </a:solidFill>
          </a:endParaRPr>
        </a:p>
      </dgm:t>
    </dgm:pt>
    <dgm:pt modelId="{D1F904B9-0405-EC4C-A1BB-2905AFCBB57D}" type="parTrans" cxnId="{1EC4AB76-155F-E343-8072-716B9866FA30}">
      <dgm:prSet/>
      <dgm:spPr/>
      <dgm:t>
        <a:bodyPr/>
        <a:lstStyle/>
        <a:p>
          <a:endParaRPr lang="ru-RU"/>
        </a:p>
      </dgm:t>
    </dgm:pt>
    <dgm:pt modelId="{6A564C18-4803-0D45-B2C9-8B3FA86E8167}" type="sibTrans" cxnId="{1EC4AB76-155F-E343-8072-716B9866FA30}">
      <dgm:prSet/>
      <dgm:spPr/>
      <dgm:t>
        <a:bodyPr/>
        <a:lstStyle/>
        <a:p>
          <a:endParaRPr lang="ru-RU"/>
        </a:p>
      </dgm:t>
    </dgm:pt>
    <dgm:pt modelId="{C1DB1E15-F47A-4E4F-906B-31DA6F0E2056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Контроль</a:t>
          </a:r>
          <a:endParaRPr lang="ru-RU" dirty="0">
            <a:solidFill>
              <a:srgbClr val="FFFF00"/>
            </a:solidFill>
          </a:endParaRPr>
        </a:p>
      </dgm:t>
    </dgm:pt>
    <dgm:pt modelId="{42DAA220-CEE6-BC4D-B5D3-C229F2E908D8}" type="parTrans" cxnId="{B8E097E4-7FF8-0D48-B65C-F936EAD84785}">
      <dgm:prSet/>
      <dgm:spPr/>
      <dgm:t>
        <a:bodyPr/>
        <a:lstStyle/>
        <a:p>
          <a:endParaRPr lang="ru-RU"/>
        </a:p>
      </dgm:t>
    </dgm:pt>
    <dgm:pt modelId="{30BF07FE-FC11-6847-B3C8-446E745DB10D}" type="sibTrans" cxnId="{B8E097E4-7FF8-0D48-B65C-F936EAD84785}">
      <dgm:prSet/>
      <dgm:spPr/>
      <dgm:t>
        <a:bodyPr/>
        <a:lstStyle/>
        <a:p>
          <a:endParaRPr lang="ru-RU"/>
        </a:p>
      </dgm:t>
    </dgm:pt>
    <dgm:pt modelId="{F69F0FA4-B4E8-A148-89D6-B976D0BECBA2}" type="pres">
      <dgm:prSet presAssocID="{59D0F925-1384-B849-AE0A-1E6B1CD414F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CB3F1BF-B54D-0840-8A6E-AFE921CE2166}" type="pres">
      <dgm:prSet presAssocID="{9011ED9B-F5D9-434D-992E-B37A77423686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F4F24E2-22D3-A74A-B9A9-2655D7BE24EC}" type="pres">
      <dgm:prSet presAssocID="{FCB948F0-B3B9-304D-A082-B68F84D93AC0}" presName="sibTrans" presStyleCnt="0"/>
      <dgm:spPr/>
    </dgm:pt>
    <dgm:pt modelId="{26DE0E51-4C37-1E42-93C7-64BC34BD3DE7}" type="pres">
      <dgm:prSet presAssocID="{DB8E8B1D-6D54-D841-8756-B5CBB1FC4A70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5FF0F6-C565-2A47-8FE2-7031729574F6}" type="pres">
      <dgm:prSet presAssocID="{C9694150-7A1E-1840-BB37-7BE5C61C0271}" presName="sibTrans" presStyleCnt="0"/>
      <dgm:spPr/>
    </dgm:pt>
    <dgm:pt modelId="{E97F4D86-6923-6848-BA8B-977FC88C947A}" type="pres">
      <dgm:prSet presAssocID="{48AA6914-679D-E543-96F4-2DBA1EF55078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AD8674-DCB1-5E49-8C49-A1BAD2E5EAF1}" type="pres">
      <dgm:prSet presAssocID="{CEB45F49-2F79-3040-9E1E-04CDB15F9512}" presName="sibTrans" presStyleCnt="0"/>
      <dgm:spPr/>
    </dgm:pt>
    <dgm:pt modelId="{250B1547-F042-C343-9101-9FD859EE6228}" type="pres">
      <dgm:prSet presAssocID="{1572C561-8D41-0549-887F-F3AEF3A72E45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80AA9B-A732-0F49-9575-1026921D702D}" type="pres">
      <dgm:prSet presAssocID="{32C175EE-461B-244F-9B65-43067FFC3DA8}" presName="sibTrans" presStyleCnt="0"/>
      <dgm:spPr/>
    </dgm:pt>
    <dgm:pt modelId="{A633A820-821E-BD48-9B61-4668671D6D21}" type="pres">
      <dgm:prSet presAssocID="{A8ADE9CE-ED78-4F4F-AE57-0CC8085A12E8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4C4744-B723-A346-806D-8679A9CCB9CA}" type="pres">
      <dgm:prSet presAssocID="{6A564C18-4803-0D45-B2C9-8B3FA86E8167}" presName="sibTrans" presStyleCnt="0"/>
      <dgm:spPr/>
    </dgm:pt>
    <dgm:pt modelId="{ADF03331-3D20-D444-B959-A8261C2AB144}" type="pres">
      <dgm:prSet presAssocID="{C1DB1E15-F47A-4E4F-906B-31DA6F0E2056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0E20E02-A285-1D43-A26E-84EE90C5A38F}" type="presOf" srcId="{1572C561-8D41-0549-887F-F3AEF3A72E45}" destId="{250B1547-F042-C343-9101-9FD859EE6228}" srcOrd="0" destOrd="0" presId="urn:microsoft.com/office/officeart/2005/8/layout/default"/>
    <dgm:cxn modelId="{1EC4AB76-155F-E343-8072-716B9866FA30}" srcId="{59D0F925-1384-B849-AE0A-1E6B1CD414FE}" destId="{A8ADE9CE-ED78-4F4F-AE57-0CC8085A12E8}" srcOrd="4" destOrd="0" parTransId="{D1F904B9-0405-EC4C-A1BB-2905AFCBB57D}" sibTransId="{6A564C18-4803-0D45-B2C9-8B3FA86E8167}"/>
    <dgm:cxn modelId="{B8E097E4-7FF8-0D48-B65C-F936EAD84785}" srcId="{59D0F925-1384-B849-AE0A-1E6B1CD414FE}" destId="{C1DB1E15-F47A-4E4F-906B-31DA6F0E2056}" srcOrd="5" destOrd="0" parTransId="{42DAA220-CEE6-BC4D-B5D3-C229F2E908D8}" sibTransId="{30BF07FE-FC11-6847-B3C8-446E745DB10D}"/>
    <dgm:cxn modelId="{280BA1D0-C5AC-F74A-9720-81749A0738E8}" type="presOf" srcId="{A8ADE9CE-ED78-4F4F-AE57-0CC8085A12E8}" destId="{A633A820-821E-BD48-9B61-4668671D6D21}" srcOrd="0" destOrd="0" presId="urn:microsoft.com/office/officeart/2005/8/layout/default"/>
    <dgm:cxn modelId="{62B7330C-BF81-1549-A742-67102CA29C05}" srcId="{59D0F925-1384-B849-AE0A-1E6B1CD414FE}" destId="{9011ED9B-F5D9-434D-992E-B37A77423686}" srcOrd="0" destOrd="0" parTransId="{F04EDD10-325A-F944-85E4-3A670493BEC4}" sibTransId="{FCB948F0-B3B9-304D-A082-B68F84D93AC0}"/>
    <dgm:cxn modelId="{7F2F9BF6-E636-5D45-995E-0CEA773EB6DD}" srcId="{59D0F925-1384-B849-AE0A-1E6B1CD414FE}" destId="{48AA6914-679D-E543-96F4-2DBA1EF55078}" srcOrd="2" destOrd="0" parTransId="{11A74F46-77C4-4746-B1E3-249C53792070}" sibTransId="{CEB45F49-2F79-3040-9E1E-04CDB15F9512}"/>
    <dgm:cxn modelId="{15042898-1DAB-004F-9909-0761F34E4AD5}" srcId="{59D0F925-1384-B849-AE0A-1E6B1CD414FE}" destId="{1572C561-8D41-0549-887F-F3AEF3A72E45}" srcOrd="3" destOrd="0" parTransId="{1AC26F90-7FDB-0B41-8551-C142DDA0BE19}" sibTransId="{32C175EE-461B-244F-9B65-43067FFC3DA8}"/>
    <dgm:cxn modelId="{E0AB72F1-F3D0-134C-8F07-73BD3216F675}" type="presOf" srcId="{48AA6914-679D-E543-96F4-2DBA1EF55078}" destId="{E97F4D86-6923-6848-BA8B-977FC88C947A}" srcOrd="0" destOrd="0" presId="urn:microsoft.com/office/officeart/2005/8/layout/default"/>
    <dgm:cxn modelId="{4BF3928C-4C3F-5643-ACBC-FAD0F4D042B6}" type="presOf" srcId="{DB8E8B1D-6D54-D841-8756-B5CBB1FC4A70}" destId="{26DE0E51-4C37-1E42-93C7-64BC34BD3DE7}" srcOrd="0" destOrd="0" presId="urn:microsoft.com/office/officeart/2005/8/layout/default"/>
    <dgm:cxn modelId="{D60A9CF0-7A14-8047-9795-9D6013FCFB48}" type="presOf" srcId="{C1DB1E15-F47A-4E4F-906B-31DA6F0E2056}" destId="{ADF03331-3D20-D444-B959-A8261C2AB144}" srcOrd="0" destOrd="0" presId="urn:microsoft.com/office/officeart/2005/8/layout/default"/>
    <dgm:cxn modelId="{353202C8-CE4A-2040-994D-FC5B761B2323}" type="presOf" srcId="{59D0F925-1384-B849-AE0A-1E6B1CD414FE}" destId="{F69F0FA4-B4E8-A148-89D6-B976D0BECBA2}" srcOrd="0" destOrd="0" presId="urn:microsoft.com/office/officeart/2005/8/layout/default"/>
    <dgm:cxn modelId="{EB6A3BAD-A631-0241-94C3-99BF456A98B4}" srcId="{59D0F925-1384-B849-AE0A-1E6B1CD414FE}" destId="{DB8E8B1D-6D54-D841-8756-B5CBB1FC4A70}" srcOrd="1" destOrd="0" parTransId="{87086AFB-36C9-314C-9133-05130913CB1E}" sibTransId="{C9694150-7A1E-1840-BB37-7BE5C61C0271}"/>
    <dgm:cxn modelId="{384E5B7F-3B3C-FA44-959F-296069DEFC87}" type="presOf" srcId="{9011ED9B-F5D9-434D-992E-B37A77423686}" destId="{5CB3F1BF-B54D-0840-8A6E-AFE921CE2166}" srcOrd="0" destOrd="0" presId="urn:microsoft.com/office/officeart/2005/8/layout/default"/>
    <dgm:cxn modelId="{5899F6D9-65B5-394A-B4D8-695E189E50DB}" type="presParOf" srcId="{F69F0FA4-B4E8-A148-89D6-B976D0BECBA2}" destId="{5CB3F1BF-B54D-0840-8A6E-AFE921CE2166}" srcOrd="0" destOrd="0" presId="urn:microsoft.com/office/officeart/2005/8/layout/default"/>
    <dgm:cxn modelId="{3D87BD99-D88B-9A4B-9D3B-2DD8CBF5B44E}" type="presParOf" srcId="{F69F0FA4-B4E8-A148-89D6-B976D0BECBA2}" destId="{FF4F24E2-22D3-A74A-B9A9-2655D7BE24EC}" srcOrd="1" destOrd="0" presId="urn:microsoft.com/office/officeart/2005/8/layout/default"/>
    <dgm:cxn modelId="{EFCBEB8E-63CD-5A4A-AA4E-A00B8A58CA43}" type="presParOf" srcId="{F69F0FA4-B4E8-A148-89D6-B976D0BECBA2}" destId="{26DE0E51-4C37-1E42-93C7-64BC34BD3DE7}" srcOrd="2" destOrd="0" presId="urn:microsoft.com/office/officeart/2005/8/layout/default"/>
    <dgm:cxn modelId="{71B7E443-5697-D740-BF21-E1CAEDF2DC68}" type="presParOf" srcId="{F69F0FA4-B4E8-A148-89D6-B976D0BECBA2}" destId="{975FF0F6-C565-2A47-8FE2-7031729574F6}" srcOrd="3" destOrd="0" presId="urn:microsoft.com/office/officeart/2005/8/layout/default"/>
    <dgm:cxn modelId="{1BAE88E8-08D9-1740-947A-769A60440FAE}" type="presParOf" srcId="{F69F0FA4-B4E8-A148-89D6-B976D0BECBA2}" destId="{E97F4D86-6923-6848-BA8B-977FC88C947A}" srcOrd="4" destOrd="0" presId="urn:microsoft.com/office/officeart/2005/8/layout/default"/>
    <dgm:cxn modelId="{00B96B41-8C40-E543-BB58-AACBF8F1D4BE}" type="presParOf" srcId="{F69F0FA4-B4E8-A148-89D6-B976D0BECBA2}" destId="{E5AD8674-DCB1-5E49-8C49-A1BAD2E5EAF1}" srcOrd="5" destOrd="0" presId="urn:microsoft.com/office/officeart/2005/8/layout/default"/>
    <dgm:cxn modelId="{4BDEEAAF-AC1C-1349-9EEF-1C1E2B67D250}" type="presParOf" srcId="{F69F0FA4-B4E8-A148-89D6-B976D0BECBA2}" destId="{250B1547-F042-C343-9101-9FD859EE6228}" srcOrd="6" destOrd="0" presId="urn:microsoft.com/office/officeart/2005/8/layout/default"/>
    <dgm:cxn modelId="{000647B0-BD03-6A4F-B97F-F012FB525696}" type="presParOf" srcId="{F69F0FA4-B4E8-A148-89D6-B976D0BECBA2}" destId="{7C80AA9B-A732-0F49-9575-1026921D702D}" srcOrd="7" destOrd="0" presId="urn:microsoft.com/office/officeart/2005/8/layout/default"/>
    <dgm:cxn modelId="{FBC40550-8BE7-164A-8D74-7F25750C5CB7}" type="presParOf" srcId="{F69F0FA4-B4E8-A148-89D6-B976D0BECBA2}" destId="{A633A820-821E-BD48-9B61-4668671D6D21}" srcOrd="8" destOrd="0" presId="urn:microsoft.com/office/officeart/2005/8/layout/default"/>
    <dgm:cxn modelId="{7F2CD198-8FAD-264F-AF80-12514A7605DF}" type="presParOf" srcId="{F69F0FA4-B4E8-A148-89D6-B976D0BECBA2}" destId="{D64C4744-B723-A346-806D-8679A9CCB9CA}" srcOrd="9" destOrd="0" presId="urn:microsoft.com/office/officeart/2005/8/layout/default"/>
    <dgm:cxn modelId="{C080128E-2913-494A-AE7F-49446E2D80CC}" type="presParOf" srcId="{F69F0FA4-B4E8-A148-89D6-B976D0BECBA2}" destId="{ADF03331-3D20-D444-B959-A8261C2AB14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93E60B-4B5F-0A47-B51E-C2AEF79561ED}" type="doc">
      <dgm:prSet loTypeId="urn:microsoft.com/office/officeart/2008/layout/VerticalAccentLis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9B6A74F-6322-EC47-9AD1-A99ECC80DE27}">
      <dgm:prSet phldrT="[Текст]" custT="1"/>
      <dgm:spPr/>
      <dgm:t>
        <a:bodyPr/>
        <a:lstStyle/>
        <a:p>
          <a:r>
            <a:rPr lang="ru-RU" sz="3600" dirty="0" smtClean="0">
              <a:solidFill>
                <a:srgbClr val="FFFF00"/>
              </a:solidFill>
            </a:rPr>
            <a:t>Власть как отношение</a:t>
          </a:r>
          <a:endParaRPr lang="ru-RU" sz="3600" dirty="0">
            <a:solidFill>
              <a:srgbClr val="FFFF00"/>
            </a:solidFill>
          </a:endParaRPr>
        </a:p>
      </dgm:t>
    </dgm:pt>
    <dgm:pt modelId="{DC9A7B7A-5E65-D744-BCAF-94566F1A40B0}" type="parTrans" cxnId="{2A7D2351-DE46-F745-B94E-5BBD8B955F4E}">
      <dgm:prSet/>
      <dgm:spPr/>
      <dgm:t>
        <a:bodyPr/>
        <a:lstStyle/>
        <a:p>
          <a:endParaRPr lang="ru-RU"/>
        </a:p>
      </dgm:t>
    </dgm:pt>
    <dgm:pt modelId="{7DFCA4C3-C358-5D41-BC71-2544AD659B73}" type="sibTrans" cxnId="{2A7D2351-DE46-F745-B94E-5BBD8B955F4E}">
      <dgm:prSet/>
      <dgm:spPr/>
      <dgm:t>
        <a:bodyPr/>
        <a:lstStyle/>
        <a:p>
          <a:endParaRPr lang="ru-RU"/>
        </a:p>
      </dgm:t>
    </dgm:pt>
    <dgm:pt modelId="{7128FC68-9D46-894A-A82F-2CC6E1241CD0}">
      <dgm:prSet phldrT="[Текст]" custT="1"/>
      <dgm:spPr/>
      <dgm:t>
        <a:bodyPr/>
        <a:lstStyle/>
        <a:p>
          <a:r>
            <a:rPr lang="ru-RU" sz="3600" dirty="0" smtClean="0">
              <a:solidFill>
                <a:srgbClr val="FFFF00"/>
              </a:solidFill>
            </a:rPr>
            <a:t>Власть и интенция</a:t>
          </a:r>
          <a:endParaRPr lang="ru-RU" sz="3600" dirty="0">
            <a:solidFill>
              <a:srgbClr val="FFFF00"/>
            </a:solidFill>
          </a:endParaRPr>
        </a:p>
      </dgm:t>
    </dgm:pt>
    <dgm:pt modelId="{222705EC-AAB7-0C44-B414-AD6AA4A90DAA}" type="parTrans" cxnId="{6021B620-2BA4-7145-BF06-C93086E84F10}">
      <dgm:prSet/>
      <dgm:spPr/>
      <dgm:t>
        <a:bodyPr/>
        <a:lstStyle/>
        <a:p>
          <a:endParaRPr lang="ru-RU"/>
        </a:p>
      </dgm:t>
    </dgm:pt>
    <dgm:pt modelId="{BC69BBDB-70D1-2640-90EC-BF68EFB4E5DE}" type="sibTrans" cxnId="{6021B620-2BA4-7145-BF06-C93086E84F10}">
      <dgm:prSet/>
      <dgm:spPr/>
      <dgm:t>
        <a:bodyPr/>
        <a:lstStyle/>
        <a:p>
          <a:endParaRPr lang="ru-RU"/>
        </a:p>
      </dgm:t>
    </dgm:pt>
    <dgm:pt modelId="{47A3BA89-A357-BA4A-9255-990F8797DC41}">
      <dgm:prSet phldrT="[Текст]" custT="1"/>
      <dgm:spPr/>
      <dgm:t>
        <a:bodyPr/>
        <a:lstStyle/>
        <a:p>
          <a:r>
            <a:rPr lang="ru-RU" sz="3600" dirty="0" err="1" smtClean="0">
              <a:solidFill>
                <a:srgbClr val="FFFF00"/>
              </a:solidFill>
            </a:rPr>
            <a:t>Субстанционная</a:t>
          </a:r>
          <a:r>
            <a:rPr lang="ru-RU" sz="3600" dirty="0" smtClean="0">
              <a:solidFill>
                <a:srgbClr val="FFFF00"/>
              </a:solidFill>
            </a:rPr>
            <a:t> теория власти</a:t>
          </a:r>
          <a:endParaRPr lang="ru-RU" sz="3600" dirty="0">
            <a:solidFill>
              <a:srgbClr val="FFFF00"/>
            </a:solidFill>
          </a:endParaRPr>
        </a:p>
      </dgm:t>
    </dgm:pt>
    <dgm:pt modelId="{D3AE7CC7-928E-0F4D-9571-A8423C824191}" type="parTrans" cxnId="{0E3DA9AE-C09E-8E42-B937-E4D83819A6F0}">
      <dgm:prSet/>
      <dgm:spPr/>
      <dgm:t>
        <a:bodyPr/>
        <a:lstStyle/>
        <a:p>
          <a:endParaRPr lang="ru-RU"/>
        </a:p>
      </dgm:t>
    </dgm:pt>
    <dgm:pt modelId="{4C0DF13F-8101-1647-A856-3F97C629770F}" type="sibTrans" cxnId="{0E3DA9AE-C09E-8E42-B937-E4D83819A6F0}">
      <dgm:prSet/>
      <dgm:spPr/>
      <dgm:t>
        <a:bodyPr/>
        <a:lstStyle/>
        <a:p>
          <a:endParaRPr lang="ru-RU"/>
        </a:p>
      </dgm:t>
    </dgm:pt>
    <dgm:pt modelId="{30B054F0-EC90-A346-90EB-88A237E4B3A9}">
      <dgm:prSet phldrT="[Текст]" custT="1"/>
      <dgm:spPr/>
      <dgm:t>
        <a:bodyPr/>
        <a:lstStyle/>
        <a:p>
          <a:r>
            <a:rPr lang="ru-RU" sz="3600" dirty="0" smtClean="0">
              <a:solidFill>
                <a:srgbClr val="FFFF00"/>
              </a:solidFill>
            </a:rPr>
            <a:t>Субъективистская теория власти</a:t>
          </a:r>
          <a:endParaRPr lang="ru-RU" sz="3600" dirty="0">
            <a:solidFill>
              <a:srgbClr val="FFFF00"/>
            </a:solidFill>
          </a:endParaRPr>
        </a:p>
      </dgm:t>
    </dgm:pt>
    <dgm:pt modelId="{CC75B834-2D57-F94C-ABAC-6E43A7BF7F7D}" type="parTrans" cxnId="{E2FE392A-9C36-7649-A109-7F6D2AD5738E}">
      <dgm:prSet/>
      <dgm:spPr/>
      <dgm:t>
        <a:bodyPr/>
        <a:lstStyle/>
        <a:p>
          <a:endParaRPr lang="ru-RU"/>
        </a:p>
      </dgm:t>
    </dgm:pt>
    <dgm:pt modelId="{1B979921-E9A4-DA4D-A4EE-9DF0EFEE42B7}" type="sibTrans" cxnId="{E2FE392A-9C36-7649-A109-7F6D2AD5738E}">
      <dgm:prSet/>
      <dgm:spPr/>
      <dgm:t>
        <a:bodyPr/>
        <a:lstStyle/>
        <a:p>
          <a:endParaRPr lang="ru-RU"/>
        </a:p>
      </dgm:t>
    </dgm:pt>
    <dgm:pt modelId="{4082865D-5DE5-BA4A-94F5-B34DF023699B}" type="pres">
      <dgm:prSet presAssocID="{FE93E60B-4B5F-0A47-B51E-C2AEF79561ED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ru-RU"/>
        </a:p>
      </dgm:t>
    </dgm:pt>
    <dgm:pt modelId="{053CF6B0-7FB3-6240-8A81-32EC5A09B963}" type="pres">
      <dgm:prSet presAssocID="{69B6A74F-6322-EC47-9AD1-A99ECC80DE27}" presName="parenttextcomposite" presStyleCnt="0"/>
      <dgm:spPr/>
    </dgm:pt>
    <dgm:pt modelId="{42F5C054-DA81-3742-9935-270ACF1A9D19}" type="pres">
      <dgm:prSet presAssocID="{69B6A74F-6322-EC47-9AD1-A99ECC80DE27}" presName="parenttext" presStyleLbl="revTx" presStyleIdx="0" presStyleCnt="4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8B26FD-FBDF-E449-9BB3-1D1664D6EFBC}" type="pres">
      <dgm:prSet presAssocID="{69B6A74F-6322-EC47-9AD1-A99ECC80DE27}" presName="parallelogramComposite" presStyleCnt="0"/>
      <dgm:spPr/>
    </dgm:pt>
    <dgm:pt modelId="{4705414E-D9BD-7B44-9EC5-53D4FD7D7466}" type="pres">
      <dgm:prSet presAssocID="{69B6A74F-6322-EC47-9AD1-A99ECC80DE27}" presName="parallelogram1" presStyleLbl="alignNode1" presStyleIdx="0" presStyleCnt="28"/>
      <dgm:spPr/>
    </dgm:pt>
    <dgm:pt modelId="{2289338B-1C7B-C14D-9665-82584F5A4517}" type="pres">
      <dgm:prSet presAssocID="{69B6A74F-6322-EC47-9AD1-A99ECC80DE27}" presName="parallelogram2" presStyleLbl="alignNode1" presStyleIdx="1" presStyleCnt="28"/>
      <dgm:spPr/>
    </dgm:pt>
    <dgm:pt modelId="{3617A044-665B-ED4A-9774-35F4EAD75463}" type="pres">
      <dgm:prSet presAssocID="{69B6A74F-6322-EC47-9AD1-A99ECC80DE27}" presName="parallelogram3" presStyleLbl="alignNode1" presStyleIdx="2" presStyleCnt="28"/>
      <dgm:spPr/>
    </dgm:pt>
    <dgm:pt modelId="{59813798-D69A-524E-9600-182FBA0FA179}" type="pres">
      <dgm:prSet presAssocID="{69B6A74F-6322-EC47-9AD1-A99ECC80DE27}" presName="parallelogram4" presStyleLbl="alignNode1" presStyleIdx="3" presStyleCnt="28"/>
      <dgm:spPr/>
    </dgm:pt>
    <dgm:pt modelId="{07582AAA-AA18-7744-A80A-D2B487C2351D}" type="pres">
      <dgm:prSet presAssocID="{69B6A74F-6322-EC47-9AD1-A99ECC80DE27}" presName="parallelogram5" presStyleLbl="alignNode1" presStyleIdx="4" presStyleCnt="28"/>
      <dgm:spPr/>
    </dgm:pt>
    <dgm:pt modelId="{42818D7C-A79E-9744-909B-50A4F4A44D98}" type="pres">
      <dgm:prSet presAssocID="{69B6A74F-6322-EC47-9AD1-A99ECC80DE27}" presName="parallelogram6" presStyleLbl="alignNode1" presStyleIdx="5" presStyleCnt="28"/>
      <dgm:spPr/>
    </dgm:pt>
    <dgm:pt modelId="{33720944-6A9D-A742-9ACD-7A6860AC26A9}" type="pres">
      <dgm:prSet presAssocID="{69B6A74F-6322-EC47-9AD1-A99ECC80DE27}" presName="parallelogram7" presStyleLbl="alignNode1" presStyleIdx="6" presStyleCnt="28"/>
      <dgm:spPr/>
    </dgm:pt>
    <dgm:pt modelId="{89FCA433-07DD-A24D-A1F9-33BB056D62F0}" type="pres">
      <dgm:prSet presAssocID="{7DFCA4C3-C358-5D41-BC71-2544AD659B73}" presName="sibTrans" presStyleCnt="0"/>
      <dgm:spPr/>
    </dgm:pt>
    <dgm:pt modelId="{6BE4FEFB-4BFF-F645-91CB-C9D941CC6C01}" type="pres">
      <dgm:prSet presAssocID="{7128FC68-9D46-894A-A82F-2CC6E1241CD0}" presName="parenttextcomposite" presStyleCnt="0"/>
      <dgm:spPr/>
    </dgm:pt>
    <dgm:pt modelId="{40FCC94A-7C26-2340-A2F4-953AE23A9B64}" type="pres">
      <dgm:prSet presAssocID="{7128FC68-9D46-894A-A82F-2CC6E1241CD0}" presName="parenttext" presStyleLbl="revTx" presStyleIdx="1" presStyleCnt="4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35EBA9-9ABE-544A-94B7-213F40E53D80}" type="pres">
      <dgm:prSet presAssocID="{7128FC68-9D46-894A-A82F-2CC6E1241CD0}" presName="parallelogramComposite" presStyleCnt="0"/>
      <dgm:spPr/>
    </dgm:pt>
    <dgm:pt modelId="{9002040E-83AB-C445-9E73-56C7C2D5538C}" type="pres">
      <dgm:prSet presAssocID="{7128FC68-9D46-894A-A82F-2CC6E1241CD0}" presName="parallelogram1" presStyleLbl="alignNode1" presStyleIdx="7" presStyleCnt="28"/>
      <dgm:spPr/>
    </dgm:pt>
    <dgm:pt modelId="{8FE9A68F-A2AA-1740-BDF6-5C29DF1545DD}" type="pres">
      <dgm:prSet presAssocID="{7128FC68-9D46-894A-A82F-2CC6E1241CD0}" presName="parallelogram2" presStyleLbl="alignNode1" presStyleIdx="8" presStyleCnt="28"/>
      <dgm:spPr/>
    </dgm:pt>
    <dgm:pt modelId="{332986C2-3BAC-F541-AB3D-C91B15A972AE}" type="pres">
      <dgm:prSet presAssocID="{7128FC68-9D46-894A-A82F-2CC6E1241CD0}" presName="parallelogram3" presStyleLbl="alignNode1" presStyleIdx="9" presStyleCnt="28"/>
      <dgm:spPr/>
    </dgm:pt>
    <dgm:pt modelId="{F0CB6BD9-7ECA-AA42-873E-B61E0489D819}" type="pres">
      <dgm:prSet presAssocID="{7128FC68-9D46-894A-A82F-2CC6E1241CD0}" presName="parallelogram4" presStyleLbl="alignNode1" presStyleIdx="10" presStyleCnt="28"/>
      <dgm:spPr/>
    </dgm:pt>
    <dgm:pt modelId="{28361E07-271C-A242-A455-23915EBFF1C3}" type="pres">
      <dgm:prSet presAssocID="{7128FC68-9D46-894A-A82F-2CC6E1241CD0}" presName="parallelogram5" presStyleLbl="alignNode1" presStyleIdx="11" presStyleCnt="28"/>
      <dgm:spPr/>
    </dgm:pt>
    <dgm:pt modelId="{A4EC1B32-09FB-5E43-AE6B-6D599CFDDF70}" type="pres">
      <dgm:prSet presAssocID="{7128FC68-9D46-894A-A82F-2CC6E1241CD0}" presName="parallelogram6" presStyleLbl="alignNode1" presStyleIdx="12" presStyleCnt="28"/>
      <dgm:spPr/>
    </dgm:pt>
    <dgm:pt modelId="{CD4D9577-C81C-9B4D-8640-BE8CEDF3DD6F}" type="pres">
      <dgm:prSet presAssocID="{7128FC68-9D46-894A-A82F-2CC6E1241CD0}" presName="parallelogram7" presStyleLbl="alignNode1" presStyleIdx="13" presStyleCnt="28"/>
      <dgm:spPr/>
    </dgm:pt>
    <dgm:pt modelId="{22A6477B-2146-584D-A571-9D82334E3F3E}" type="pres">
      <dgm:prSet presAssocID="{BC69BBDB-70D1-2640-90EC-BF68EFB4E5DE}" presName="sibTrans" presStyleCnt="0"/>
      <dgm:spPr/>
    </dgm:pt>
    <dgm:pt modelId="{6215E145-7DE5-4840-B163-9E7AE64F7A64}" type="pres">
      <dgm:prSet presAssocID="{47A3BA89-A357-BA4A-9255-990F8797DC41}" presName="parenttextcomposite" presStyleCnt="0"/>
      <dgm:spPr/>
    </dgm:pt>
    <dgm:pt modelId="{996B8354-09E4-384D-A51F-E7128683DF65}" type="pres">
      <dgm:prSet presAssocID="{47A3BA89-A357-BA4A-9255-990F8797DC41}" presName="parenttext" presStyleLbl="revTx" presStyleIdx="2" presStyleCnt="4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D690E7-C9C1-6845-A43C-E5F93E55D7DE}" type="pres">
      <dgm:prSet presAssocID="{47A3BA89-A357-BA4A-9255-990F8797DC41}" presName="parallelogramComposite" presStyleCnt="0"/>
      <dgm:spPr/>
    </dgm:pt>
    <dgm:pt modelId="{E183D725-1BE0-C544-A13D-A5768B19C2DB}" type="pres">
      <dgm:prSet presAssocID="{47A3BA89-A357-BA4A-9255-990F8797DC41}" presName="parallelogram1" presStyleLbl="alignNode1" presStyleIdx="14" presStyleCnt="28"/>
      <dgm:spPr/>
    </dgm:pt>
    <dgm:pt modelId="{F389E10A-564B-9E4B-B1F2-1AD89EF0C371}" type="pres">
      <dgm:prSet presAssocID="{47A3BA89-A357-BA4A-9255-990F8797DC41}" presName="parallelogram2" presStyleLbl="alignNode1" presStyleIdx="15" presStyleCnt="28"/>
      <dgm:spPr/>
    </dgm:pt>
    <dgm:pt modelId="{B73F2A96-C3F3-4344-8EA2-983E9EDB01E9}" type="pres">
      <dgm:prSet presAssocID="{47A3BA89-A357-BA4A-9255-990F8797DC41}" presName="parallelogram3" presStyleLbl="alignNode1" presStyleIdx="16" presStyleCnt="28"/>
      <dgm:spPr/>
    </dgm:pt>
    <dgm:pt modelId="{207D6E2B-4C51-F448-844B-EE508A55F1C2}" type="pres">
      <dgm:prSet presAssocID="{47A3BA89-A357-BA4A-9255-990F8797DC41}" presName="parallelogram4" presStyleLbl="alignNode1" presStyleIdx="17" presStyleCnt="28"/>
      <dgm:spPr/>
    </dgm:pt>
    <dgm:pt modelId="{754D52E6-EF61-7341-9B1B-1F31FFF5BB77}" type="pres">
      <dgm:prSet presAssocID="{47A3BA89-A357-BA4A-9255-990F8797DC41}" presName="parallelogram5" presStyleLbl="alignNode1" presStyleIdx="18" presStyleCnt="28"/>
      <dgm:spPr/>
    </dgm:pt>
    <dgm:pt modelId="{816B1A24-73DE-3C48-8B6C-EB2523380C79}" type="pres">
      <dgm:prSet presAssocID="{47A3BA89-A357-BA4A-9255-990F8797DC41}" presName="parallelogram6" presStyleLbl="alignNode1" presStyleIdx="19" presStyleCnt="28"/>
      <dgm:spPr/>
    </dgm:pt>
    <dgm:pt modelId="{247F6577-4745-6D45-B46B-F98245E3A307}" type="pres">
      <dgm:prSet presAssocID="{47A3BA89-A357-BA4A-9255-990F8797DC41}" presName="parallelogram7" presStyleLbl="alignNode1" presStyleIdx="20" presStyleCnt="28"/>
      <dgm:spPr/>
    </dgm:pt>
    <dgm:pt modelId="{8833A1CF-69AF-934F-A700-E4531B8B0F1E}" type="pres">
      <dgm:prSet presAssocID="{4C0DF13F-8101-1647-A856-3F97C629770F}" presName="sibTrans" presStyleCnt="0"/>
      <dgm:spPr/>
    </dgm:pt>
    <dgm:pt modelId="{37B7ACA2-C654-EB42-AE0E-D3CF6145017F}" type="pres">
      <dgm:prSet presAssocID="{30B054F0-EC90-A346-90EB-88A237E4B3A9}" presName="parenttextcomposite" presStyleCnt="0"/>
      <dgm:spPr/>
    </dgm:pt>
    <dgm:pt modelId="{A8321584-D673-DE4A-96DA-2BFA0EAA913F}" type="pres">
      <dgm:prSet presAssocID="{30B054F0-EC90-A346-90EB-88A237E4B3A9}" presName="parenttext" presStyleLbl="revTx" presStyleIdx="3" presStyleCnt="4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292098C-90F9-ED46-AEC2-2F43671A1C83}" type="pres">
      <dgm:prSet presAssocID="{30B054F0-EC90-A346-90EB-88A237E4B3A9}" presName="parallelogramComposite" presStyleCnt="0"/>
      <dgm:spPr/>
    </dgm:pt>
    <dgm:pt modelId="{B4A6E2D2-ACA3-2E44-9842-C0727B73E50A}" type="pres">
      <dgm:prSet presAssocID="{30B054F0-EC90-A346-90EB-88A237E4B3A9}" presName="parallelogram1" presStyleLbl="alignNode1" presStyleIdx="21" presStyleCnt="28"/>
      <dgm:spPr/>
    </dgm:pt>
    <dgm:pt modelId="{13E92172-4EF6-9049-9217-B93FC1D19CE2}" type="pres">
      <dgm:prSet presAssocID="{30B054F0-EC90-A346-90EB-88A237E4B3A9}" presName="parallelogram2" presStyleLbl="alignNode1" presStyleIdx="22" presStyleCnt="28"/>
      <dgm:spPr/>
    </dgm:pt>
    <dgm:pt modelId="{E1ADD5C3-D0DE-344D-B1E3-409E221EFD24}" type="pres">
      <dgm:prSet presAssocID="{30B054F0-EC90-A346-90EB-88A237E4B3A9}" presName="parallelogram3" presStyleLbl="alignNode1" presStyleIdx="23" presStyleCnt="28"/>
      <dgm:spPr/>
    </dgm:pt>
    <dgm:pt modelId="{8A200E17-2B0D-EA47-804E-724494CD02A6}" type="pres">
      <dgm:prSet presAssocID="{30B054F0-EC90-A346-90EB-88A237E4B3A9}" presName="parallelogram4" presStyleLbl="alignNode1" presStyleIdx="24" presStyleCnt="28"/>
      <dgm:spPr/>
    </dgm:pt>
    <dgm:pt modelId="{58D3B29F-FDAD-DD43-BE1A-2DDEF09D52BB}" type="pres">
      <dgm:prSet presAssocID="{30B054F0-EC90-A346-90EB-88A237E4B3A9}" presName="parallelogram5" presStyleLbl="alignNode1" presStyleIdx="25" presStyleCnt="28"/>
      <dgm:spPr/>
    </dgm:pt>
    <dgm:pt modelId="{0131FB26-DBDD-D744-93F6-DF6A4FA0893E}" type="pres">
      <dgm:prSet presAssocID="{30B054F0-EC90-A346-90EB-88A237E4B3A9}" presName="parallelogram6" presStyleLbl="alignNode1" presStyleIdx="26" presStyleCnt="28"/>
      <dgm:spPr/>
    </dgm:pt>
    <dgm:pt modelId="{1899E7BF-71BA-1A4D-B23B-B85F981627EB}" type="pres">
      <dgm:prSet presAssocID="{30B054F0-EC90-A346-90EB-88A237E4B3A9}" presName="parallelogram7" presStyleLbl="alignNode1" presStyleIdx="27" presStyleCnt="28"/>
      <dgm:spPr/>
    </dgm:pt>
  </dgm:ptLst>
  <dgm:cxnLst>
    <dgm:cxn modelId="{D4C14F4C-C08A-DC4A-83F7-68432A44BB36}" type="presOf" srcId="{7128FC68-9D46-894A-A82F-2CC6E1241CD0}" destId="{40FCC94A-7C26-2340-A2F4-953AE23A9B64}" srcOrd="0" destOrd="0" presId="urn:microsoft.com/office/officeart/2008/layout/VerticalAccentList"/>
    <dgm:cxn modelId="{7E32992C-A8D1-6247-918E-446D4A2BAA52}" type="presOf" srcId="{30B054F0-EC90-A346-90EB-88A237E4B3A9}" destId="{A8321584-D673-DE4A-96DA-2BFA0EAA913F}" srcOrd="0" destOrd="0" presId="urn:microsoft.com/office/officeart/2008/layout/VerticalAccentList"/>
    <dgm:cxn modelId="{E2FE392A-9C36-7649-A109-7F6D2AD5738E}" srcId="{FE93E60B-4B5F-0A47-B51E-C2AEF79561ED}" destId="{30B054F0-EC90-A346-90EB-88A237E4B3A9}" srcOrd="3" destOrd="0" parTransId="{CC75B834-2D57-F94C-ABAC-6E43A7BF7F7D}" sibTransId="{1B979921-E9A4-DA4D-A4EE-9DF0EFEE42B7}"/>
    <dgm:cxn modelId="{6021B620-2BA4-7145-BF06-C93086E84F10}" srcId="{FE93E60B-4B5F-0A47-B51E-C2AEF79561ED}" destId="{7128FC68-9D46-894A-A82F-2CC6E1241CD0}" srcOrd="1" destOrd="0" parTransId="{222705EC-AAB7-0C44-B414-AD6AA4A90DAA}" sibTransId="{BC69BBDB-70D1-2640-90EC-BF68EFB4E5DE}"/>
    <dgm:cxn modelId="{45ECDADF-5CBD-6041-871D-96B211B47E4E}" type="presOf" srcId="{47A3BA89-A357-BA4A-9255-990F8797DC41}" destId="{996B8354-09E4-384D-A51F-E7128683DF65}" srcOrd="0" destOrd="0" presId="urn:microsoft.com/office/officeart/2008/layout/VerticalAccentList"/>
    <dgm:cxn modelId="{F7D47F3E-1EEA-514C-80F5-050D792E9423}" type="presOf" srcId="{FE93E60B-4B5F-0A47-B51E-C2AEF79561ED}" destId="{4082865D-5DE5-BA4A-94F5-B34DF023699B}" srcOrd="0" destOrd="0" presId="urn:microsoft.com/office/officeart/2008/layout/VerticalAccentList"/>
    <dgm:cxn modelId="{E0D32B74-1D5E-B042-ABF0-CCBA555C62A2}" type="presOf" srcId="{69B6A74F-6322-EC47-9AD1-A99ECC80DE27}" destId="{42F5C054-DA81-3742-9935-270ACF1A9D19}" srcOrd="0" destOrd="0" presId="urn:microsoft.com/office/officeart/2008/layout/VerticalAccentList"/>
    <dgm:cxn modelId="{0E3DA9AE-C09E-8E42-B937-E4D83819A6F0}" srcId="{FE93E60B-4B5F-0A47-B51E-C2AEF79561ED}" destId="{47A3BA89-A357-BA4A-9255-990F8797DC41}" srcOrd="2" destOrd="0" parTransId="{D3AE7CC7-928E-0F4D-9571-A8423C824191}" sibTransId="{4C0DF13F-8101-1647-A856-3F97C629770F}"/>
    <dgm:cxn modelId="{2A7D2351-DE46-F745-B94E-5BBD8B955F4E}" srcId="{FE93E60B-4B5F-0A47-B51E-C2AEF79561ED}" destId="{69B6A74F-6322-EC47-9AD1-A99ECC80DE27}" srcOrd="0" destOrd="0" parTransId="{DC9A7B7A-5E65-D744-BCAF-94566F1A40B0}" sibTransId="{7DFCA4C3-C358-5D41-BC71-2544AD659B73}"/>
    <dgm:cxn modelId="{86CC10A2-37B3-7549-90FE-4CD83ADCA921}" type="presParOf" srcId="{4082865D-5DE5-BA4A-94F5-B34DF023699B}" destId="{053CF6B0-7FB3-6240-8A81-32EC5A09B963}" srcOrd="0" destOrd="0" presId="urn:microsoft.com/office/officeart/2008/layout/VerticalAccentList"/>
    <dgm:cxn modelId="{E48E64D6-4767-7248-A760-6F5BDEC03AF9}" type="presParOf" srcId="{053CF6B0-7FB3-6240-8A81-32EC5A09B963}" destId="{42F5C054-DA81-3742-9935-270ACF1A9D19}" srcOrd="0" destOrd="0" presId="urn:microsoft.com/office/officeart/2008/layout/VerticalAccentList"/>
    <dgm:cxn modelId="{3858B653-D695-E240-B85E-BF13779A4712}" type="presParOf" srcId="{4082865D-5DE5-BA4A-94F5-B34DF023699B}" destId="{578B26FD-FBDF-E449-9BB3-1D1664D6EFBC}" srcOrd="1" destOrd="0" presId="urn:microsoft.com/office/officeart/2008/layout/VerticalAccentList"/>
    <dgm:cxn modelId="{B1E16866-5684-7949-B427-FB4B8E23791B}" type="presParOf" srcId="{578B26FD-FBDF-E449-9BB3-1D1664D6EFBC}" destId="{4705414E-D9BD-7B44-9EC5-53D4FD7D7466}" srcOrd="0" destOrd="0" presId="urn:microsoft.com/office/officeart/2008/layout/VerticalAccentList"/>
    <dgm:cxn modelId="{9845EA11-2931-9F4D-8AFC-D518C6B02AD6}" type="presParOf" srcId="{578B26FD-FBDF-E449-9BB3-1D1664D6EFBC}" destId="{2289338B-1C7B-C14D-9665-82584F5A4517}" srcOrd="1" destOrd="0" presId="urn:microsoft.com/office/officeart/2008/layout/VerticalAccentList"/>
    <dgm:cxn modelId="{3BB72CE6-8878-064A-BAD3-6D62927D1F31}" type="presParOf" srcId="{578B26FD-FBDF-E449-9BB3-1D1664D6EFBC}" destId="{3617A044-665B-ED4A-9774-35F4EAD75463}" srcOrd="2" destOrd="0" presId="urn:microsoft.com/office/officeart/2008/layout/VerticalAccentList"/>
    <dgm:cxn modelId="{966DBBF5-212B-5B48-B759-D96B40F84205}" type="presParOf" srcId="{578B26FD-FBDF-E449-9BB3-1D1664D6EFBC}" destId="{59813798-D69A-524E-9600-182FBA0FA179}" srcOrd="3" destOrd="0" presId="urn:microsoft.com/office/officeart/2008/layout/VerticalAccentList"/>
    <dgm:cxn modelId="{3CD2728F-755E-F84B-B74A-E48EC306477D}" type="presParOf" srcId="{578B26FD-FBDF-E449-9BB3-1D1664D6EFBC}" destId="{07582AAA-AA18-7744-A80A-D2B487C2351D}" srcOrd="4" destOrd="0" presId="urn:microsoft.com/office/officeart/2008/layout/VerticalAccentList"/>
    <dgm:cxn modelId="{F6A70161-9906-F047-81C7-64C966153528}" type="presParOf" srcId="{578B26FD-FBDF-E449-9BB3-1D1664D6EFBC}" destId="{42818D7C-A79E-9744-909B-50A4F4A44D98}" srcOrd="5" destOrd="0" presId="urn:microsoft.com/office/officeart/2008/layout/VerticalAccentList"/>
    <dgm:cxn modelId="{027C57BE-C2E3-9647-A10A-A2B51FE6905E}" type="presParOf" srcId="{578B26FD-FBDF-E449-9BB3-1D1664D6EFBC}" destId="{33720944-6A9D-A742-9ACD-7A6860AC26A9}" srcOrd="6" destOrd="0" presId="urn:microsoft.com/office/officeart/2008/layout/VerticalAccentList"/>
    <dgm:cxn modelId="{C109D6F2-D42D-BE4A-9BD1-A8562F5080E7}" type="presParOf" srcId="{4082865D-5DE5-BA4A-94F5-B34DF023699B}" destId="{89FCA433-07DD-A24D-A1F9-33BB056D62F0}" srcOrd="2" destOrd="0" presId="urn:microsoft.com/office/officeart/2008/layout/VerticalAccentList"/>
    <dgm:cxn modelId="{2F3EF565-B680-E34C-A86E-12A67FD27680}" type="presParOf" srcId="{4082865D-5DE5-BA4A-94F5-B34DF023699B}" destId="{6BE4FEFB-4BFF-F645-91CB-C9D941CC6C01}" srcOrd="3" destOrd="0" presId="urn:microsoft.com/office/officeart/2008/layout/VerticalAccentList"/>
    <dgm:cxn modelId="{8C5213B5-A1A3-C844-B27C-39F78858E6CA}" type="presParOf" srcId="{6BE4FEFB-4BFF-F645-91CB-C9D941CC6C01}" destId="{40FCC94A-7C26-2340-A2F4-953AE23A9B64}" srcOrd="0" destOrd="0" presId="urn:microsoft.com/office/officeart/2008/layout/VerticalAccentList"/>
    <dgm:cxn modelId="{0B1A4C44-D50F-3843-B5CA-8D8EE05F4B9C}" type="presParOf" srcId="{4082865D-5DE5-BA4A-94F5-B34DF023699B}" destId="{3535EBA9-9ABE-544A-94B7-213F40E53D80}" srcOrd="4" destOrd="0" presId="urn:microsoft.com/office/officeart/2008/layout/VerticalAccentList"/>
    <dgm:cxn modelId="{867C82C8-7EC5-0148-910A-BC56A787564B}" type="presParOf" srcId="{3535EBA9-9ABE-544A-94B7-213F40E53D80}" destId="{9002040E-83AB-C445-9E73-56C7C2D5538C}" srcOrd="0" destOrd="0" presId="urn:microsoft.com/office/officeart/2008/layout/VerticalAccentList"/>
    <dgm:cxn modelId="{742A41D5-1E34-D843-8D81-F7D00F8AEA8D}" type="presParOf" srcId="{3535EBA9-9ABE-544A-94B7-213F40E53D80}" destId="{8FE9A68F-A2AA-1740-BDF6-5C29DF1545DD}" srcOrd="1" destOrd="0" presId="urn:microsoft.com/office/officeart/2008/layout/VerticalAccentList"/>
    <dgm:cxn modelId="{71393127-2C70-2340-A6AC-0F811213E7A3}" type="presParOf" srcId="{3535EBA9-9ABE-544A-94B7-213F40E53D80}" destId="{332986C2-3BAC-F541-AB3D-C91B15A972AE}" srcOrd="2" destOrd="0" presId="urn:microsoft.com/office/officeart/2008/layout/VerticalAccentList"/>
    <dgm:cxn modelId="{3E458487-9641-634D-BC4D-5F17B240828E}" type="presParOf" srcId="{3535EBA9-9ABE-544A-94B7-213F40E53D80}" destId="{F0CB6BD9-7ECA-AA42-873E-B61E0489D819}" srcOrd="3" destOrd="0" presId="urn:microsoft.com/office/officeart/2008/layout/VerticalAccentList"/>
    <dgm:cxn modelId="{36F83C59-E8A7-C94D-AE72-4043CA1BB36A}" type="presParOf" srcId="{3535EBA9-9ABE-544A-94B7-213F40E53D80}" destId="{28361E07-271C-A242-A455-23915EBFF1C3}" srcOrd="4" destOrd="0" presId="urn:microsoft.com/office/officeart/2008/layout/VerticalAccentList"/>
    <dgm:cxn modelId="{408D5BC1-AE18-8144-9EFC-1A60F1E956DC}" type="presParOf" srcId="{3535EBA9-9ABE-544A-94B7-213F40E53D80}" destId="{A4EC1B32-09FB-5E43-AE6B-6D599CFDDF70}" srcOrd="5" destOrd="0" presId="urn:microsoft.com/office/officeart/2008/layout/VerticalAccentList"/>
    <dgm:cxn modelId="{EFB2229E-D6D8-9641-952F-2BCBA37C9897}" type="presParOf" srcId="{3535EBA9-9ABE-544A-94B7-213F40E53D80}" destId="{CD4D9577-C81C-9B4D-8640-BE8CEDF3DD6F}" srcOrd="6" destOrd="0" presId="urn:microsoft.com/office/officeart/2008/layout/VerticalAccentList"/>
    <dgm:cxn modelId="{653800BF-106E-D04A-ADA5-9F512CD237C1}" type="presParOf" srcId="{4082865D-5DE5-BA4A-94F5-B34DF023699B}" destId="{22A6477B-2146-584D-A571-9D82334E3F3E}" srcOrd="5" destOrd="0" presId="urn:microsoft.com/office/officeart/2008/layout/VerticalAccentList"/>
    <dgm:cxn modelId="{A33D59EA-B7FE-8E48-93E3-5786B7949E98}" type="presParOf" srcId="{4082865D-5DE5-BA4A-94F5-B34DF023699B}" destId="{6215E145-7DE5-4840-B163-9E7AE64F7A64}" srcOrd="6" destOrd="0" presId="urn:microsoft.com/office/officeart/2008/layout/VerticalAccentList"/>
    <dgm:cxn modelId="{990D4777-FEB8-5D44-B946-0D8D76044F4B}" type="presParOf" srcId="{6215E145-7DE5-4840-B163-9E7AE64F7A64}" destId="{996B8354-09E4-384D-A51F-E7128683DF65}" srcOrd="0" destOrd="0" presId="urn:microsoft.com/office/officeart/2008/layout/VerticalAccentList"/>
    <dgm:cxn modelId="{6E551583-D78D-1E4C-B054-CB2525424F29}" type="presParOf" srcId="{4082865D-5DE5-BA4A-94F5-B34DF023699B}" destId="{32D690E7-C9C1-6845-A43C-E5F93E55D7DE}" srcOrd="7" destOrd="0" presId="urn:microsoft.com/office/officeart/2008/layout/VerticalAccentList"/>
    <dgm:cxn modelId="{F9873987-0EC9-9D4D-B9D3-2E6A96FBAE5C}" type="presParOf" srcId="{32D690E7-C9C1-6845-A43C-E5F93E55D7DE}" destId="{E183D725-1BE0-C544-A13D-A5768B19C2DB}" srcOrd="0" destOrd="0" presId="urn:microsoft.com/office/officeart/2008/layout/VerticalAccentList"/>
    <dgm:cxn modelId="{301BDE46-0309-A44D-9204-5E6D479A38DD}" type="presParOf" srcId="{32D690E7-C9C1-6845-A43C-E5F93E55D7DE}" destId="{F389E10A-564B-9E4B-B1F2-1AD89EF0C371}" srcOrd="1" destOrd="0" presId="urn:microsoft.com/office/officeart/2008/layout/VerticalAccentList"/>
    <dgm:cxn modelId="{909EE804-DFE4-1646-A805-CC28E8DF09BC}" type="presParOf" srcId="{32D690E7-C9C1-6845-A43C-E5F93E55D7DE}" destId="{B73F2A96-C3F3-4344-8EA2-983E9EDB01E9}" srcOrd="2" destOrd="0" presId="urn:microsoft.com/office/officeart/2008/layout/VerticalAccentList"/>
    <dgm:cxn modelId="{5166CB75-1A77-EA4F-8880-E83F9A576019}" type="presParOf" srcId="{32D690E7-C9C1-6845-A43C-E5F93E55D7DE}" destId="{207D6E2B-4C51-F448-844B-EE508A55F1C2}" srcOrd="3" destOrd="0" presId="urn:microsoft.com/office/officeart/2008/layout/VerticalAccentList"/>
    <dgm:cxn modelId="{30EA9D3B-C787-E84B-9A6E-FF9374740852}" type="presParOf" srcId="{32D690E7-C9C1-6845-A43C-E5F93E55D7DE}" destId="{754D52E6-EF61-7341-9B1B-1F31FFF5BB77}" srcOrd="4" destOrd="0" presId="urn:microsoft.com/office/officeart/2008/layout/VerticalAccentList"/>
    <dgm:cxn modelId="{AAEDDA8A-5E41-B647-8C28-AEECC4B2C0DA}" type="presParOf" srcId="{32D690E7-C9C1-6845-A43C-E5F93E55D7DE}" destId="{816B1A24-73DE-3C48-8B6C-EB2523380C79}" srcOrd="5" destOrd="0" presId="urn:microsoft.com/office/officeart/2008/layout/VerticalAccentList"/>
    <dgm:cxn modelId="{D688EA28-07CF-6F4E-B95A-5F700DD7D65B}" type="presParOf" srcId="{32D690E7-C9C1-6845-A43C-E5F93E55D7DE}" destId="{247F6577-4745-6D45-B46B-F98245E3A307}" srcOrd="6" destOrd="0" presId="urn:microsoft.com/office/officeart/2008/layout/VerticalAccentList"/>
    <dgm:cxn modelId="{A3486A1D-4519-A04E-AF34-AC233023555B}" type="presParOf" srcId="{4082865D-5DE5-BA4A-94F5-B34DF023699B}" destId="{8833A1CF-69AF-934F-A700-E4531B8B0F1E}" srcOrd="8" destOrd="0" presId="urn:microsoft.com/office/officeart/2008/layout/VerticalAccentList"/>
    <dgm:cxn modelId="{551A8C2D-DCEE-A248-B288-0C4662C2B897}" type="presParOf" srcId="{4082865D-5DE5-BA4A-94F5-B34DF023699B}" destId="{37B7ACA2-C654-EB42-AE0E-D3CF6145017F}" srcOrd="9" destOrd="0" presId="urn:microsoft.com/office/officeart/2008/layout/VerticalAccentList"/>
    <dgm:cxn modelId="{CFC87692-8F24-9A4A-824E-4F734A581E80}" type="presParOf" srcId="{37B7ACA2-C654-EB42-AE0E-D3CF6145017F}" destId="{A8321584-D673-DE4A-96DA-2BFA0EAA913F}" srcOrd="0" destOrd="0" presId="urn:microsoft.com/office/officeart/2008/layout/VerticalAccentList"/>
    <dgm:cxn modelId="{3C40AADC-7E8B-8941-B2F9-E2A7B57FDE41}" type="presParOf" srcId="{4082865D-5DE5-BA4A-94F5-B34DF023699B}" destId="{F292098C-90F9-ED46-AEC2-2F43671A1C83}" srcOrd="10" destOrd="0" presId="urn:microsoft.com/office/officeart/2008/layout/VerticalAccentList"/>
    <dgm:cxn modelId="{FE75BE1A-6DFD-954B-9EB8-B82217C961B7}" type="presParOf" srcId="{F292098C-90F9-ED46-AEC2-2F43671A1C83}" destId="{B4A6E2D2-ACA3-2E44-9842-C0727B73E50A}" srcOrd="0" destOrd="0" presId="urn:microsoft.com/office/officeart/2008/layout/VerticalAccentList"/>
    <dgm:cxn modelId="{66ABCD89-D68D-9F45-85F9-C37DBCB06369}" type="presParOf" srcId="{F292098C-90F9-ED46-AEC2-2F43671A1C83}" destId="{13E92172-4EF6-9049-9217-B93FC1D19CE2}" srcOrd="1" destOrd="0" presId="urn:microsoft.com/office/officeart/2008/layout/VerticalAccentList"/>
    <dgm:cxn modelId="{46A8B322-9C27-5842-8E0D-AFAE4CB71A3C}" type="presParOf" srcId="{F292098C-90F9-ED46-AEC2-2F43671A1C83}" destId="{E1ADD5C3-D0DE-344D-B1E3-409E221EFD24}" srcOrd="2" destOrd="0" presId="urn:microsoft.com/office/officeart/2008/layout/VerticalAccentList"/>
    <dgm:cxn modelId="{FB77BA26-F1C7-DC40-B63B-BE568D01DA08}" type="presParOf" srcId="{F292098C-90F9-ED46-AEC2-2F43671A1C83}" destId="{8A200E17-2B0D-EA47-804E-724494CD02A6}" srcOrd="3" destOrd="0" presId="urn:microsoft.com/office/officeart/2008/layout/VerticalAccentList"/>
    <dgm:cxn modelId="{56507FBD-29B0-584A-822C-4A32FC6742C2}" type="presParOf" srcId="{F292098C-90F9-ED46-AEC2-2F43671A1C83}" destId="{58D3B29F-FDAD-DD43-BE1A-2DDEF09D52BB}" srcOrd="4" destOrd="0" presId="urn:microsoft.com/office/officeart/2008/layout/VerticalAccentList"/>
    <dgm:cxn modelId="{8AB1E917-D2CB-9C42-A379-31E7928D1026}" type="presParOf" srcId="{F292098C-90F9-ED46-AEC2-2F43671A1C83}" destId="{0131FB26-DBDD-D744-93F6-DF6A4FA0893E}" srcOrd="5" destOrd="0" presId="urn:microsoft.com/office/officeart/2008/layout/VerticalAccentList"/>
    <dgm:cxn modelId="{06EE17B1-50AE-5647-A96D-6F7A16648B72}" type="presParOf" srcId="{F292098C-90F9-ED46-AEC2-2F43671A1C83}" destId="{1899E7BF-71BA-1A4D-B23B-B85F981627EB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FAE951-47A4-0C46-83EE-36216690841E}" type="doc">
      <dgm:prSet loTypeId="urn:microsoft.com/office/officeart/2005/8/layout/arrow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7727012-6E68-D74F-9A18-87EB126371F4}">
      <dgm:prSet phldrT="[Текст]"/>
      <dgm:spPr/>
      <dgm:t>
        <a:bodyPr/>
        <a:lstStyle/>
        <a:p>
          <a:r>
            <a:rPr lang="ru-RU" dirty="0" smtClean="0"/>
            <a:t>ВЛАСТЬ</a:t>
          </a:r>
          <a:endParaRPr lang="ru-RU" dirty="0"/>
        </a:p>
      </dgm:t>
    </dgm:pt>
    <dgm:pt modelId="{A787990D-71B7-7C44-A2F4-DFEDE5CBBDC7}" type="parTrans" cxnId="{68C6E8CD-F678-D64A-BD4D-DC544E215893}">
      <dgm:prSet/>
      <dgm:spPr/>
      <dgm:t>
        <a:bodyPr/>
        <a:lstStyle/>
        <a:p>
          <a:endParaRPr lang="ru-RU"/>
        </a:p>
      </dgm:t>
    </dgm:pt>
    <dgm:pt modelId="{CCBADA3C-366A-3547-BDE8-27F1DA98329D}" type="sibTrans" cxnId="{68C6E8CD-F678-D64A-BD4D-DC544E215893}">
      <dgm:prSet/>
      <dgm:spPr/>
      <dgm:t>
        <a:bodyPr/>
        <a:lstStyle/>
        <a:p>
          <a:endParaRPr lang="ru-RU"/>
        </a:p>
      </dgm:t>
    </dgm:pt>
    <dgm:pt modelId="{2A28CE0A-E8D5-4B45-9347-BA28221B6E45}">
      <dgm:prSet phldrT="[Текст]"/>
      <dgm:spPr/>
      <dgm:t>
        <a:bodyPr/>
        <a:lstStyle/>
        <a:p>
          <a:r>
            <a:rPr lang="ru-RU" dirty="0" smtClean="0"/>
            <a:t>СВОБОДА</a:t>
          </a:r>
          <a:endParaRPr lang="ru-RU" dirty="0"/>
        </a:p>
      </dgm:t>
    </dgm:pt>
    <dgm:pt modelId="{351A50AB-C78A-E84B-8560-1C53C92E1507}" type="parTrans" cxnId="{E5B14946-E467-5543-8C6C-FFC5652145A5}">
      <dgm:prSet/>
      <dgm:spPr/>
      <dgm:t>
        <a:bodyPr/>
        <a:lstStyle/>
        <a:p>
          <a:endParaRPr lang="ru-RU"/>
        </a:p>
      </dgm:t>
    </dgm:pt>
    <dgm:pt modelId="{0E7C4495-A819-2741-A285-C4A4F5F0EC31}" type="sibTrans" cxnId="{E5B14946-E467-5543-8C6C-FFC5652145A5}">
      <dgm:prSet/>
      <dgm:spPr/>
      <dgm:t>
        <a:bodyPr/>
        <a:lstStyle/>
        <a:p>
          <a:endParaRPr lang="ru-RU"/>
        </a:p>
      </dgm:t>
    </dgm:pt>
    <dgm:pt modelId="{CE911685-2ECB-7545-8AEF-FEC3FC685E53}" type="pres">
      <dgm:prSet presAssocID="{64FAE951-47A4-0C46-83EE-36216690841E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A334D51-E838-5D42-AB8C-4642AD252634}" type="pres">
      <dgm:prSet presAssocID="{C7727012-6E68-D74F-9A18-87EB126371F4}" presName="arrow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6DF921-ED88-7946-B717-FA86904D3E9B}" type="pres">
      <dgm:prSet presAssocID="{2A28CE0A-E8D5-4B45-9347-BA28221B6E45}" presName="arrow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5B14946-E467-5543-8C6C-FFC5652145A5}" srcId="{64FAE951-47A4-0C46-83EE-36216690841E}" destId="{2A28CE0A-E8D5-4B45-9347-BA28221B6E45}" srcOrd="1" destOrd="0" parTransId="{351A50AB-C78A-E84B-8560-1C53C92E1507}" sibTransId="{0E7C4495-A819-2741-A285-C4A4F5F0EC31}"/>
    <dgm:cxn modelId="{AABAE9AC-07AD-7E49-A1C1-E06A593DC5E9}" type="presOf" srcId="{64FAE951-47A4-0C46-83EE-36216690841E}" destId="{CE911685-2ECB-7545-8AEF-FEC3FC685E53}" srcOrd="0" destOrd="0" presId="urn:microsoft.com/office/officeart/2005/8/layout/arrow1"/>
    <dgm:cxn modelId="{68C6E8CD-F678-D64A-BD4D-DC544E215893}" srcId="{64FAE951-47A4-0C46-83EE-36216690841E}" destId="{C7727012-6E68-D74F-9A18-87EB126371F4}" srcOrd="0" destOrd="0" parTransId="{A787990D-71B7-7C44-A2F4-DFEDE5CBBDC7}" sibTransId="{CCBADA3C-366A-3547-BDE8-27F1DA98329D}"/>
    <dgm:cxn modelId="{C6576AC2-F362-1647-BFB8-5AA9057AC1C6}" type="presOf" srcId="{C7727012-6E68-D74F-9A18-87EB126371F4}" destId="{EA334D51-E838-5D42-AB8C-4642AD252634}" srcOrd="0" destOrd="0" presId="urn:microsoft.com/office/officeart/2005/8/layout/arrow1"/>
    <dgm:cxn modelId="{BAF357A8-6357-084E-AF40-AC60AD46BE24}" type="presOf" srcId="{2A28CE0A-E8D5-4B45-9347-BA28221B6E45}" destId="{B76DF921-ED88-7946-B717-FA86904D3E9B}" srcOrd="0" destOrd="0" presId="urn:microsoft.com/office/officeart/2005/8/layout/arrow1"/>
    <dgm:cxn modelId="{2094ACBD-2E0F-7D4C-BF57-92F2A68BDA85}" type="presParOf" srcId="{CE911685-2ECB-7545-8AEF-FEC3FC685E53}" destId="{EA334D51-E838-5D42-AB8C-4642AD252634}" srcOrd="0" destOrd="0" presId="urn:microsoft.com/office/officeart/2005/8/layout/arrow1"/>
    <dgm:cxn modelId="{4B218DB5-142A-514B-8721-2EF92FB46970}" type="presParOf" srcId="{CE911685-2ECB-7545-8AEF-FEC3FC685E53}" destId="{B76DF921-ED88-7946-B717-FA86904D3E9B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B54E798-5A14-3443-AF1E-9DBE3618EF46}" type="doc">
      <dgm:prSet loTypeId="urn:microsoft.com/office/officeart/2005/8/layout/default" loCatId="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5039AD9F-4E10-BA49-B769-4AFED42A9D08}">
      <dgm:prSet phldrT="[Текст]"/>
      <dgm:spPr/>
      <dgm:t>
        <a:bodyPr/>
        <a:lstStyle/>
        <a:p>
          <a:r>
            <a:rPr lang="ru-RU" dirty="0" smtClean="0"/>
            <a:t>Легальность в использовании силы и других средств властвования</a:t>
          </a:r>
          <a:endParaRPr lang="ru-RU" dirty="0"/>
        </a:p>
      </dgm:t>
    </dgm:pt>
    <dgm:pt modelId="{18AA326A-7730-6341-8C28-D50992A44070}" type="parTrans" cxnId="{7D8BEDDF-B454-A14E-9DAB-893ED6528488}">
      <dgm:prSet/>
      <dgm:spPr/>
      <dgm:t>
        <a:bodyPr/>
        <a:lstStyle/>
        <a:p>
          <a:endParaRPr lang="ru-RU"/>
        </a:p>
      </dgm:t>
    </dgm:pt>
    <dgm:pt modelId="{86ACAC3D-71E9-FF49-98BA-20FBAD069F75}" type="sibTrans" cxnId="{7D8BEDDF-B454-A14E-9DAB-893ED6528488}">
      <dgm:prSet/>
      <dgm:spPr/>
      <dgm:t>
        <a:bodyPr/>
        <a:lstStyle/>
        <a:p>
          <a:endParaRPr lang="ru-RU"/>
        </a:p>
      </dgm:t>
    </dgm:pt>
    <dgm:pt modelId="{3ABCF1B5-497A-7A44-B4CF-CFE0010A5E28}">
      <dgm:prSet phldrT="[Текст]"/>
      <dgm:spPr/>
      <dgm:t>
        <a:bodyPr/>
        <a:lstStyle/>
        <a:p>
          <a:r>
            <a:rPr lang="ru-RU" dirty="0" smtClean="0"/>
            <a:t>Публичность</a:t>
          </a:r>
          <a:endParaRPr lang="ru-RU" dirty="0"/>
        </a:p>
      </dgm:t>
    </dgm:pt>
    <dgm:pt modelId="{DDB16C8C-7A1D-954C-9468-2EE80DA73180}" type="parTrans" cxnId="{52BFAF4C-A578-FC48-96DE-61AD7AE93A84}">
      <dgm:prSet/>
      <dgm:spPr/>
      <dgm:t>
        <a:bodyPr/>
        <a:lstStyle/>
        <a:p>
          <a:endParaRPr lang="ru-RU"/>
        </a:p>
      </dgm:t>
    </dgm:pt>
    <dgm:pt modelId="{2D60A5FC-64F9-C348-B1C9-BBA3D6CEC8CE}" type="sibTrans" cxnId="{52BFAF4C-A578-FC48-96DE-61AD7AE93A84}">
      <dgm:prSet/>
      <dgm:spPr/>
      <dgm:t>
        <a:bodyPr/>
        <a:lstStyle/>
        <a:p>
          <a:endParaRPr lang="ru-RU"/>
        </a:p>
      </dgm:t>
    </dgm:pt>
    <dgm:pt modelId="{D4DDAF12-5BB2-2C4E-9403-F8B8C299566E}">
      <dgm:prSet phldrT="[Текст]"/>
      <dgm:spPr/>
      <dgm:t>
        <a:bodyPr/>
        <a:lstStyle/>
        <a:p>
          <a:r>
            <a:rPr lang="ru-RU" dirty="0" err="1" smtClean="0"/>
            <a:t>Моноцентричность</a:t>
          </a:r>
          <a:endParaRPr lang="ru-RU" dirty="0"/>
        </a:p>
      </dgm:t>
    </dgm:pt>
    <dgm:pt modelId="{61D7A627-956B-A942-9432-8B255129521C}" type="parTrans" cxnId="{BB73C8B1-F2F2-3D41-BDBB-C73E3B1D0C4F}">
      <dgm:prSet/>
      <dgm:spPr/>
      <dgm:t>
        <a:bodyPr/>
        <a:lstStyle/>
        <a:p>
          <a:endParaRPr lang="ru-RU"/>
        </a:p>
      </dgm:t>
    </dgm:pt>
    <dgm:pt modelId="{E403C2D8-C76D-5949-B7C7-DA6E19E6AA23}" type="sibTrans" cxnId="{BB73C8B1-F2F2-3D41-BDBB-C73E3B1D0C4F}">
      <dgm:prSet/>
      <dgm:spPr/>
      <dgm:t>
        <a:bodyPr/>
        <a:lstStyle/>
        <a:p>
          <a:endParaRPr lang="ru-RU"/>
        </a:p>
      </dgm:t>
    </dgm:pt>
    <dgm:pt modelId="{57638337-CE10-6E44-9B95-1B15A02E80B7}">
      <dgm:prSet phldrT="[Текст]"/>
      <dgm:spPr/>
      <dgm:t>
        <a:bodyPr/>
        <a:lstStyle/>
        <a:p>
          <a:r>
            <a:rPr lang="ru-RU" dirty="0" smtClean="0"/>
            <a:t>Многообразие ресурсов</a:t>
          </a:r>
          <a:endParaRPr lang="ru-RU" dirty="0"/>
        </a:p>
      </dgm:t>
    </dgm:pt>
    <dgm:pt modelId="{D2053E3D-4998-E948-8A29-55440D16416C}" type="parTrans" cxnId="{4BBE913D-38A1-E548-B218-B826EF19BB8C}">
      <dgm:prSet/>
      <dgm:spPr/>
      <dgm:t>
        <a:bodyPr/>
        <a:lstStyle/>
        <a:p>
          <a:endParaRPr lang="ru-RU"/>
        </a:p>
      </dgm:t>
    </dgm:pt>
    <dgm:pt modelId="{EB5F9810-4A78-B54F-9419-2937BA22F4E7}" type="sibTrans" cxnId="{4BBE913D-38A1-E548-B218-B826EF19BB8C}">
      <dgm:prSet/>
      <dgm:spPr/>
      <dgm:t>
        <a:bodyPr/>
        <a:lstStyle/>
        <a:p>
          <a:endParaRPr lang="ru-RU"/>
        </a:p>
      </dgm:t>
    </dgm:pt>
    <dgm:pt modelId="{4ABD80A5-DFEE-4444-B52B-BCC832291651}">
      <dgm:prSet phldrT="[Текст]"/>
      <dgm:spPr/>
      <dgm:t>
        <a:bodyPr/>
        <a:lstStyle/>
        <a:p>
          <a:r>
            <a:rPr lang="ru-RU" dirty="0" smtClean="0"/>
            <a:t>Верховенство</a:t>
          </a:r>
          <a:endParaRPr lang="ru-RU" dirty="0"/>
        </a:p>
      </dgm:t>
    </dgm:pt>
    <dgm:pt modelId="{B1825B02-68D2-1944-B3BB-67D9F43810BF}" type="sibTrans" cxnId="{5E29A934-EF7A-7448-B9FD-E814E068F003}">
      <dgm:prSet/>
      <dgm:spPr/>
      <dgm:t>
        <a:bodyPr/>
        <a:lstStyle/>
        <a:p>
          <a:endParaRPr lang="ru-RU"/>
        </a:p>
      </dgm:t>
    </dgm:pt>
    <dgm:pt modelId="{A79AF885-2D28-1343-B5E5-3727F969B33D}" type="parTrans" cxnId="{5E29A934-EF7A-7448-B9FD-E814E068F003}">
      <dgm:prSet/>
      <dgm:spPr/>
      <dgm:t>
        <a:bodyPr/>
        <a:lstStyle/>
        <a:p>
          <a:endParaRPr lang="ru-RU"/>
        </a:p>
      </dgm:t>
    </dgm:pt>
    <dgm:pt modelId="{CB8A529A-BDB1-AC46-9BEB-6D09F396B9FF}" type="pres">
      <dgm:prSet presAssocID="{9B54E798-5A14-3443-AF1E-9DBE3618EF4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1CF1FB8-EC0B-B341-A1B6-90A72B630BC6}" type="pres">
      <dgm:prSet presAssocID="{5039AD9F-4E10-BA49-B769-4AFED42A9D08}" presName="node" presStyleLbl="node1" presStyleIdx="0" presStyleCnt="5" custScaleX="1833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B52C64-30FA-AC40-BC72-66F6F20885DA}" type="pres">
      <dgm:prSet presAssocID="{86ACAC3D-71E9-FF49-98BA-20FBAD069F75}" presName="sibTrans" presStyleCnt="0"/>
      <dgm:spPr/>
    </dgm:pt>
    <dgm:pt modelId="{62D208A6-EA3E-724B-9ACE-1DD59CD9C7F0}" type="pres">
      <dgm:prSet presAssocID="{4ABD80A5-DFEE-4444-B52B-BCC832291651}" presName="node" presStyleLbl="node1" presStyleIdx="1" presStyleCnt="5" custScaleX="906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960DA5F-91EA-4943-9C59-CD501335D5F0}" type="pres">
      <dgm:prSet presAssocID="{B1825B02-68D2-1944-B3BB-67D9F43810BF}" presName="sibTrans" presStyleCnt="0"/>
      <dgm:spPr/>
    </dgm:pt>
    <dgm:pt modelId="{C1A81A9C-094A-6843-824E-06E12C408C6D}" type="pres">
      <dgm:prSet presAssocID="{3ABCF1B5-497A-7A44-B4CF-CFE0010A5E28}" presName="node" presStyleLbl="node1" presStyleIdx="2" presStyleCnt="5" custScaleX="11706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1EA012-DB72-EA4D-AF28-D9A97C8B4EED}" type="pres">
      <dgm:prSet presAssocID="{2D60A5FC-64F9-C348-B1C9-BBA3D6CEC8CE}" presName="sibTrans" presStyleCnt="0"/>
      <dgm:spPr/>
    </dgm:pt>
    <dgm:pt modelId="{40A2423D-3E20-7043-A3CC-42301DA0BE3E}" type="pres">
      <dgm:prSet presAssocID="{D4DDAF12-5BB2-2C4E-9403-F8B8C299566E}" presName="node" presStyleLbl="node1" presStyleIdx="3" presStyleCnt="5" custScaleX="16448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11C016-5B1F-304C-B986-008347D1EB76}" type="pres">
      <dgm:prSet presAssocID="{E403C2D8-C76D-5949-B7C7-DA6E19E6AA23}" presName="sibTrans" presStyleCnt="0"/>
      <dgm:spPr/>
    </dgm:pt>
    <dgm:pt modelId="{BFC597CF-ACBC-A749-93FE-7D37F64DBEF6}" type="pres">
      <dgm:prSet presAssocID="{57638337-CE10-6E44-9B95-1B15A02E80B7}" presName="node" presStyleLbl="node1" presStyleIdx="4" presStyleCnt="5" custScaleX="1859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2BFAF4C-A578-FC48-96DE-61AD7AE93A84}" srcId="{9B54E798-5A14-3443-AF1E-9DBE3618EF46}" destId="{3ABCF1B5-497A-7A44-B4CF-CFE0010A5E28}" srcOrd="2" destOrd="0" parTransId="{DDB16C8C-7A1D-954C-9468-2EE80DA73180}" sibTransId="{2D60A5FC-64F9-C348-B1C9-BBA3D6CEC8CE}"/>
    <dgm:cxn modelId="{EBDB7D69-B6C1-1A45-9E82-D17BFC99FF1C}" type="presOf" srcId="{4ABD80A5-DFEE-4444-B52B-BCC832291651}" destId="{62D208A6-EA3E-724B-9ACE-1DD59CD9C7F0}" srcOrd="0" destOrd="0" presId="urn:microsoft.com/office/officeart/2005/8/layout/default"/>
    <dgm:cxn modelId="{B6D73D2D-D346-7042-99D0-9AA9A7C54146}" type="presOf" srcId="{5039AD9F-4E10-BA49-B769-4AFED42A9D08}" destId="{D1CF1FB8-EC0B-B341-A1B6-90A72B630BC6}" srcOrd="0" destOrd="0" presId="urn:microsoft.com/office/officeart/2005/8/layout/default"/>
    <dgm:cxn modelId="{FC14F726-A85C-A545-8DF2-8EA2D4D47560}" type="presOf" srcId="{3ABCF1B5-497A-7A44-B4CF-CFE0010A5E28}" destId="{C1A81A9C-094A-6843-824E-06E12C408C6D}" srcOrd="0" destOrd="0" presId="urn:microsoft.com/office/officeart/2005/8/layout/default"/>
    <dgm:cxn modelId="{4BBE913D-38A1-E548-B218-B826EF19BB8C}" srcId="{9B54E798-5A14-3443-AF1E-9DBE3618EF46}" destId="{57638337-CE10-6E44-9B95-1B15A02E80B7}" srcOrd="4" destOrd="0" parTransId="{D2053E3D-4998-E948-8A29-55440D16416C}" sibTransId="{EB5F9810-4A78-B54F-9419-2937BA22F4E7}"/>
    <dgm:cxn modelId="{B8E33732-BC76-7A44-A6FF-E446B16086CF}" type="presOf" srcId="{9B54E798-5A14-3443-AF1E-9DBE3618EF46}" destId="{CB8A529A-BDB1-AC46-9BEB-6D09F396B9FF}" srcOrd="0" destOrd="0" presId="urn:microsoft.com/office/officeart/2005/8/layout/default"/>
    <dgm:cxn modelId="{B5E59523-84D8-974D-BE1D-C27BCEF237EB}" type="presOf" srcId="{57638337-CE10-6E44-9B95-1B15A02E80B7}" destId="{BFC597CF-ACBC-A749-93FE-7D37F64DBEF6}" srcOrd="0" destOrd="0" presId="urn:microsoft.com/office/officeart/2005/8/layout/default"/>
    <dgm:cxn modelId="{E3F7442E-32D7-E149-9337-3EEDA77F72A5}" type="presOf" srcId="{D4DDAF12-5BB2-2C4E-9403-F8B8C299566E}" destId="{40A2423D-3E20-7043-A3CC-42301DA0BE3E}" srcOrd="0" destOrd="0" presId="urn:microsoft.com/office/officeart/2005/8/layout/default"/>
    <dgm:cxn modelId="{5E29A934-EF7A-7448-B9FD-E814E068F003}" srcId="{9B54E798-5A14-3443-AF1E-9DBE3618EF46}" destId="{4ABD80A5-DFEE-4444-B52B-BCC832291651}" srcOrd="1" destOrd="0" parTransId="{A79AF885-2D28-1343-B5E5-3727F969B33D}" sibTransId="{B1825B02-68D2-1944-B3BB-67D9F43810BF}"/>
    <dgm:cxn modelId="{BB73C8B1-F2F2-3D41-BDBB-C73E3B1D0C4F}" srcId="{9B54E798-5A14-3443-AF1E-9DBE3618EF46}" destId="{D4DDAF12-5BB2-2C4E-9403-F8B8C299566E}" srcOrd="3" destOrd="0" parTransId="{61D7A627-956B-A942-9432-8B255129521C}" sibTransId="{E403C2D8-C76D-5949-B7C7-DA6E19E6AA23}"/>
    <dgm:cxn modelId="{7D8BEDDF-B454-A14E-9DAB-893ED6528488}" srcId="{9B54E798-5A14-3443-AF1E-9DBE3618EF46}" destId="{5039AD9F-4E10-BA49-B769-4AFED42A9D08}" srcOrd="0" destOrd="0" parTransId="{18AA326A-7730-6341-8C28-D50992A44070}" sibTransId="{86ACAC3D-71E9-FF49-98BA-20FBAD069F75}"/>
    <dgm:cxn modelId="{6718845D-E1B5-6545-AA10-9E04941467C3}" type="presParOf" srcId="{CB8A529A-BDB1-AC46-9BEB-6D09F396B9FF}" destId="{D1CF1FB8-EC0B-B341-A1B6-90A72B630BC6}" srcOrd="0" destOrd="0" presId="urn:microsoft.com/office/officeart/2005/8/layout/default"/>
    <dgm:cxn modelId="{EBDEB03D-8307-9344-8A58-B7DF2E2037E5}" type="presParOf" srcId="{CB8A529A-BDB1-AC46-9BEB-6D09F396B9FF}" destId="{B2B52C64-30FA-AC40-BC72-66F6F20885DA}" srcOrd="1" destOrd="0" presId="urn:microsoft.com/office/officeart/2005/8/layout/default"/>
    <dgm:cxn modelId="{813C83FF-5C11-E64C-A7D1-7C4D2B4525E0}" type="presParOf" srcId="{CB8A529A-BDB1-AC46-9BEB-6D09F396B9FF}" destId="{62D208A6-EA3E-724B-9ACE-1DD59CD9C7F0}" srcOrd="2" destOrd="0" presId="urn:microsoft.com/office/officeart/2005/8/layout/default"/>
    <dgm:cxn modelId="{B497013A-7E1E-9F45-90A1-67ED96D0A888}" type="presParOf" srcId="{CB8A529A-BDB1-AC46-9BEB-6D09F396B9FF}" destId="{E960DA5F-91EA-4943-9C59-CD501335D5F0}" srcOrd="3" destOrd="0" presId="urn:microsoft.com/office/officeart/2005/8/layout/default"/>
    <dgm:cxn modelId="{C9B301A4-582C-2743-B3A0-16B96EFE5580}" type="presParOf" srcId="{CB8A529A-BDB1-AC46-9BEB-6D09F396B9FF}" destId="{C1A81A9C-094A-6843-824E-06E12C408C6D}" srcOrd="4" destOrd="0" presId="urn:microsoft.com/office/officeart/2005/8/layout/default"/>
    <dgm:cxn modelId="{C27C29C4-D551-CE4F-BA7D-BA6A87EB575F}" type="presParOf" srcId="{CB8A529A-BDB1-AC46-9BEB-6D09F396B9FF}" destId="{121EA012-DB72-EA4D-AF28-D9A97C8B4EED}" srcOrd="5" destOrd="0" presId="urn:microsoft.com/office/officeart/2005/8/layout/default"/>
    <dgm:cxn modelId="{F8953619-D424-814F-9F92-D515065445FC}" type="presParOf" srcId="{CB8A529A-BDB1-AC46-9BEB-6D09F396B9FF}" destId="{40A2423D-3E20-7043-A3CC-42301DA0BE3E}" srcOrd="6" destOrd="0" presId="urn:microsoft.com/office/officeart/2005/8/layout/default"/>
    <dgm:cxn modelId="{15E6E6E0-04DB-7F46-8612-755A7062CDBD}" type="presParOf" srcId="{CB8A529A-BDB1-AC46-9BEB-6D09F396B9FF}" destId="{E211C016-5B1F-304C-B986-008347D1EB76}" srcOrd="7" destOrd="0" presId="urn:microsoft.com/office/officeart/2005/8/layout/default"/>
    <dgm:cxn modelId="{B4490125-4D0D-3942-872C-11F9AD51C504}" type="presParOf" srcId="{CB8A529A-BDB1-AC46-9BEB-6D09F396B9FF}" destId="{BFC597CF-ACBC-A749-93FE-7D37F64DBEF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75F4DE4-D3C9-8244-9B79-550861E213D6}" type="doc">
      <dgm:prSet loTypeId="urn:microsoft.com/office/officeart/2009/3/layout/HorizontalOrganizationChar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6463E4A-4130-F743-A061-21B99B2B189F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Ресурсы власти</a:t>
          </a:r>
          <a:endParaRPr lang="ru-RU" dirty="0">
            <a:solidFill>
              <a:srgbClr val="FFFF00"/>
            </a:solidFill>
          </a:endParaRPr>
        </a:p>
      </dgm:t>
    </dgm:pt>
    <dgm:pt modelId="{13EE5073-D9D3-584F-83E1-424A8553B78A}" type="parTrans" cxnId="{E3D0F54E-6002-6740-84A4-38D2A4905795}">
      <dgm:prSet/>
      <dgm:spPr/>
      <dgm:t>
        <a:bodyPr/>
        <a:lstStyle/>
        <a:p>
          <a:endParaRPr lang="ru-RU"/>
        </a:p>
      </dgm:t>
    </dgm:pt>
    <dgm:pt modelId="{E3F4CC7F-DBB9-FF45-9B3E-80B09499E992}" type="sibTrans" cxnId="{E3D0F54E-6002-6740-84A4-38D2A4905795}">
      <dgm:prSet/>
      <dgm:spPr/>
      <dgm:t>
        <a:bodyPr/>
        <a:lstStyle/>
        <a:p>
          <a:endParaRPr lang="ru-RU"/>
        </a:p>
      </dgm:t>
    </dgm:pt>
    <dgm:pt modelId="{A02E9539-70B2-4642-B49D-2AAD84EA3424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Утилитарные</a:t>
          </a:r>
          <a:endParaRPr lang="ru-RU" dirty="0">
            <a:solidFill>
              <a:srgbClr val="FFFF00"/>
            </a:solidFill>
          </a:endParaRPr>
        </a:p>
      </dgm:t>
    </dgm:pt>
    <dgm:pt modelId="{CC04723C-92A3-9149-A3E0-D3591D15EC7A}" type="parTrans" cxnId="{296ED0D6-CF6A-124D-9C99-1C371BD22492}">
      <dgm:prSet/>
      <dgm:spPr/>
      <dgm:t>
        <a:bodyPr/>
        <a:lstStyle/>
        <a:p>
          <a:endParaRPr lang="ru-RU"/>
        </a:p>
      </dgm:t>
    </dgm:pt>
    <dgm:pt modelId="{97A61F8C-3C20-2642-A84D-35C12AFB4953}" type="sibTrans" cxnId="{296ED0D6-CF6A-124D-9C99-1C371BD22492}">
      <dgm:prSet/>
      <dgm:spPr/>
      <dgm:t>
        <a:bodyPr/>
        <a:lstStyle/>
        <a:p>
          <a:endParaRPr lang="ru-RU"/>
        </a:p>
      </dgm:t>
    </dgm:pt>
    <dgm:pt modelId="{210919B8-6138-0745-9C1B-C0F3F65FF7CD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Принудительные</a:t>
          </a:r>
          <a:endParaRPr lang="ru-RU" dirty="0">
            <a:solidFill>
              <a:srgbClr val="FFFF00"/>
            </a:solidFill>
          </a:endParaRPr>
        </a:p>
      </dgm:t>
    </dgm:pt>
    <dgm:pt modelId="{D91D155A-ACD4-C242-A8EF-4D8F50ECCCB0}" type="parTrans" cxnId="{BE71B601-4013-7247-8E65-96AE244B9898}">
      <dgm:prSet/>
      <dgm:spPr/>
      <dgm:t>
        <a:bodyPr/>
        <a:lstStyle/>
        <a:p>
          <a:endParaRPr lang="ru-RU"/>
        </a:p>
      </dgm:t>
    </dgm:pt>
    <dgm:pt modelId="{3BB05198-61F2-FC4B-AB41-52B08A8C9C0C}" type="sibTrans" cxnId="{BE71B601-4013-7247-8E65-96AE244B9898}">
      <dgm:prSet/>
      <dgm:spPr/>
      <dgm:t>
        <a:bodyPr/>
        <a:lstStyle/>
        <a:p>
          <a:endParaRPr lang="ru-RU"/>
        </a:p>
      </dgm:t>
    </dgm:pt>
    <dgm:pt modelId="{B11099D1-2881-B84E-AA4B-AA51D5A1EB7C}">
      <dgm:prSet phldrT="[Текст]"/>
      <dgm:spPr/>
      <dgm:t>
        <a:bodyPr/>
        <a:lstStyle/>
        <a:p>
          <a:r>
            <a:rPr lang="ru-RU" dirty="0" smtClean="0">
              <a:solidFill>
                <a:srgbClr val="FFFF00"/>
              </a:solidFill>
            </a:rPr>
            <a:t>Нормативные</a:t>
          </a:r>
          <a:endParaRPr lang="ru-RU" dirty="0">
            <a:solidFill>
              <a:srgbClr val="FFFF00"/>
            </a:solidFill>
          </a:endParaRPr>
        </a:p>
      </dgm:t>
    </dgm:pt>
    <dgm:pt modelId="{93031269-6E5F-AD42-9EFF-F1A6496BE788}" type="parTrans" cxnId="{4A7EEDD5-2D99-024F-B644-EE9A1220350C}">
      <dgm:prSet/>
      <dgm:spPr/>
      <dgm:t>
        <a:bodyPr/>
        <a:lstStyle/>
        <a:p>
          <a:endParaRPr lang="ru-RU"/>
        </a:p>
      </dgm:t>
    </dgm:pt>
    <dgm:pt modelId="{9F1BD10F-97DA-4F44-95FE-D626B6FC5BE8}" type="sibTrans" cxnId="{4A7EEDD5-2D99-024F-B644-EE9A1220350C}">
      <dgm:prSet/>
      <dgm:spPr/>
      <dgm:t>
        <a:bodyPr/>
        <a:lstStyle/>
        <a:p>
          <a:endParaRPr lang="ru-RU"/>
        </a:p>
      </dgm:t>
    </dgm:pt>
    <dgm:pt modelId="{3BD3B015-EA03-CE48-B014-6CF7C62F7D67}" type="pres">
      <dgm:prSet presAssocID="{C75F4DE4-D3C9-8244-9B79-550861E213D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1F3F6D79-8103-F144-8AE1-8210882F88F8}" type="pres">
      <dgm:prSet presAssocID="{96463E4A-4130-F743-A061-21B99B2B189F}" presName="hierRoot1" presStyleCnt="0">
        <dgm:presLayoutVars>
          <dgm:hierBranch val="init"/>
        </dgm:presLayoutVars>
      </dgm:prSet>
      <dgm:spPr/>
    </dgm:pt>
    <dgm:pt modelId="{745501C4-58E6-2B4E-8ED5-296FDD95DA80}" type="pres">
      <dgm:prSet presAssocID="{96463E4A-4130-F743-A061-21B99B2B189F}" presName="rootComposite1" presStyleCnt="0"/>
      <dgm:spPr/>
    </dgm:pt>
    <dgm:pt modelId="{85969628-7DE9-6D4F-B41B-FA7DCE562DE9}" type="pres">
      <dgm:prSet presAssocID="{96463E4A-4130-F743-A061-21B99B2B189F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E055214-2509-2E40-9C45-F70C30768794}" type="pres">
      <dgm:prSet presAssocID="{96463E4A-4130-F743-A061-21B99B2B189F}" presName="rootConnector1" presStyleLbl="node1" presStyleIdx="0" presStyleCnt="0"/>
      <dgm:spPr/>
      <dgm:t>
        <a:bodyPr/>
        <a:lstStyle/>
        <a:p>
          <a:endParaRPr lang="ru-RU"/>
        </a:p>
      </dgm:t>
    </dgm:pt>
    <dgm:pt modelId="{CF430872-BF2F-AA41-9CD3-A0B7DC2E2FF2}" type="pres">
      <dgm:prSet presAssocID="{96463E4A-4130-F743-A061-21B99B2B189F}" presName="hierChild2" presStyleCnt="0"/>
      <dgm:spPr/>
    </dgm:pt>
    <dgm:pt modelId="{7BB0F8AC-E6E5-124B-946E-8D311B137D63}" type="pres">
      <dgm:prSet presAssocID="{CC04723C-92A3-9149-A3E0-D3591D15EC7A}" presName="Name64" presStyleLbl="parChTrans1D2" presStyleIdx="0" presStyleCnt="3"/>
      <dgm:spPr/>
      <dgm:t>
        <a:bodyPr/>
        <a:lstStyle/>
        <a:p>
          <a:endParaRPr lang="ru-RU"/>
        </a:p>
      </dgm:t>
    </dgm:pt>
    <dgm:pt modelId="{F731B13E-227B-CD42-A5BD-825CB2B741BB}" type="pres">
      <dgm:prSet presAssocID="{A02E9539-70B2-4642-B49D-2AAD84EA3424}" presName="hierRoot2" presStyleCnt="0">
        <dgm:presLayoutVars>
          <dgm:hierBranch val="init"/>
        </dgm:presLayoutVars>
      </dgm:prSet>
      <dgm:spPr/>
    </dgm:pt>
    <dgm:pt modelId="{136BFFA3-3B09-9041-8745-C9750ACD3CC9}" type="pres">
      <dgm:prSet presAssocID="{A02E9539-70B2-4642-B49D-2AAD84EA3424}" presName="rootComposite" presStyleCnt="0"/>
      <dgm:spPr/>
    </dgm:pt>
    <dgm:pt modelId="{CD7A6BBA-7FC4-5B44-8969-7F02D8181560}" type="pres">
      <dgm:prSet presAssocID="{A02E9539-70B2-4642-B49D-2AAD84EA3424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6224730-0E1E-8F43-84C2-C6925DEF78DC}" type="pres">
      <dgm:prSet presAssocID="{A02E9539-70B2-4642-B49D-2AAD84EA3424}" presName="rootConnector" presStyleLbl="node2" presStyleIdx="0" presStyleCnt="3"/>
      <dgm:spPr/>
      <dgm:t>
        <a:bodyPr/>
        <a:lstStyle/>
        <a:p>
          <a:endParaRPr lang="ru-RU"/>
        </a:p>
      </dgm:t>
    </dgm:pt>
    <dgm:pt modelId="{4F9DB0FE-498B-7C48-B5F6-4B79A4CB50A8}" type="pres">
      <dgm:prSet presAssocID="{A02E9539-70B2-4642-B49D-2AAD84EA3424}" presName="hierChild4" presStyleCnt="0"/>
      <dgm:spPr/>
    </dgm:pt>
    <dgm:pt modelId="{D21D54FD-7AD6-DE4E-BCA4-531FB253009A}" type="pres">
      <dgm:prSet presAssocID="{A02E9539-70B2-4642-B49D-2AAD84EA3424}" presName="hierChild5" presStyleCnt="0"/>
      <dgm:spPr/>
    </dgm:pt>
    <dgm:pt modelId="{FDE46C3C-CC26-2F44-8465-F1FF7F44E42A}" type="pres">
      <dgm:prSet presAssocID="{D91D155A-ACD4-C242-A8EF-4D8F50ECCCB0}" presName="Name64" presStyleLbl="parChTrans1D2" presStyleIdx="1" presStyleCnt="3"/>
      <dgm:spPr/>
      <dgm:t>
        <a:bodyPr/>
        <a:lstStyle/>
        <a:p>
          <a:endParaRPr lang="ru-RU"/>
        </a:p>
      </dgm:t>
    </dgm:pt>
    <dgm:pt modelId="{547384F2-04D1-BE42-B63E-F9B5FC062BA0}" type="pres">
      <dgm:prSet presAssocID="{210919B8-6138-0745-9C1B-C0F3F65FF7CD}" presName="hierRoot2" presStyleCnt="0">
        <dgm:presLayoutVars>
          <dgm:hierBranch val="init"/>
        </dgm:presLayoutVars>
      </dgm:prSet>
      <dgm:spPr/>
    </dgm:pt>
    <dgm:pt modelId="{19E10E93-48FC-6346-9CDB-CCC643FB03F3}" type="pres">
      <dgm:prSet presAssocID="{210919B8-6138-0745-9C1B-C0F3F65FF7CD}" presName="rootComposite" presStyleCnt="0"/>
      <dgm:spPr/>
    </dgm:pt>
    <dgm:pt modelId="{7EDD44B5-2DE0-1B4B-B28A-DD16FE089D74}" type="pres">
      <dgm:prSet presAssocID="{210919B8-6138-0745-9C1B-C0F3F65FF7CD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96B3D55-E5D8-C149-8309-B15163FFFF3D}" type="pres">
      <dgm:prSet presAssocID="{210919B8-6138-0745-9C1B-C0F3F65FF7CD}" presName="rootConnector" presStyleLbl="node2" presStyleIdx="1" presStyleCnt="3"/>
      <dgm:spPr/>
      <dgm:t>
        <a:bodyPr/>
        <a:lstStyle/>
        <a:p>
          <a:endParaRPr lang="ru-RU"/>
        </a:p>
      </dgm:t>
    </dgm:pt>
    <dgm:pt modelId="{90999681-EA80-BE4B-9A5D-75554DA7723A}" type="pres">
      <dgm:prSet presAssocID="{210919B8-6138-0745-9C1B-C0F3F65FF7CD}" presName="hierChild4" presStyleCnt="0"/>
      <dgm:spPr/>
    </dgm:pt>
    <dgm:pt modelId="{BDCD2510-9A8A-1747-BE42-E4AA402D3202}" type="pres">
      <dgm:prSet presAssocID="{210919B8-6138-0745-9C1B-C0F3F65FF7CD}" presName="hierChild5" presStyleCnt="0"/>
      <dgm:spPr/>
    </dgm:pt>
    <dgm:pt modelId="{D8C78841-210A-DC48-8418-1E21E6A6E21F}" type="pres">
      <dgm:prSet presAssocID="{93031269-6E5F-AD42-9EFF-F1A6496BE788}" presName="Name64" presStyleLbl="parChTrans1D2" presStyleIdx="2" presStyleCnt="3"/>
      <dgm:spPr/>
      <dgm:t>
        <a:bodyPr/>
        <a:lstStyle/>
        <a:p>
          <a:endParaRPr lang="ru-RU"/>
        </a:p>
      </dgm:t>
    </dgm:pt>
    <dgm:pt modelId="{28E3EFF1-0869-F046-AEC4-D1F0A949E31A}" type="pres">
      <dgm:prSet presAssocID="{B11099D1-2881-B84E-AA4B-AA51D5A1EB7C}" presName="hierRoot2" presStyleCnt="0">
        <dgm:presLayoutVars>
          <dgm:hierBranch val="init"/>
        </dgm:presLayoutVars>
      </dgm:prSet>
      <dgm:spPr/>
    </dgm:pt>
    <dgm:pt modelId="{B286FDF9-52F1-BB4D-A1F3-1D96F2DD7218}" type="pres">
      <dgm:prSet presAssocID="{B11099D1-2881-B84E-AA4B-AA51D5A1EB7C}" presName="rootComposite" presStyleCnt="0"/>
      <dgm:spPr/>
    </dgm:pt>
    <dgm:pt modelId="{401C41A1-47D0-F94C-86B8-6362769A4E30}" type="pres">
      <dgm:prSet presAssocID="{B11099D1-2881-B84E-AA4B-AA51D5A1EB7C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268CB27A-864A-F34A-B6D1-14148E0079CD}" type="pres">
      <dgm:prSet presAssocID="{B11099D1-2881-B84E-AA4B-AA51D5A1EB7C}" presName="rootConnector" presStyleLbl="node2" presStyleIdx="2" presStyleCnt="3"/>
      <dgm:spPr/>
      <dgm:t>
        <a:bodyPr/>
        <a:lstStyle/>
        <a:p>
          <a:endParaRPr lang="ru-RU"/>
        </a:p>
      </dgm:t>
    </dgm:pt>
    <dgm:pt modelId="{5ABB28BB-3C9C-374B-ADE1-EAC7E18F533F}" type="pres">
      <dgm:prSet presAssocID="{B11099D1-2881-B84E-AA4B-AA51D5A1EB7C}" presName="hierChild4" presStyleCnt="0"/>
      <dgm:spPr/>
    </dgm:pt>
    <dgm:pt modelId="{08205F1F-8C62-994E-A3BA-6AFBD4D841E1}" type="pres">
      <dgm:prSet presAssocID="{B11099D1-2881-B84E-AA4B-AA51D5A1EB7C}" presName="hierChild5" presStyleCnt="0"/>
      <dgm:spPr/>
    </dgm:pt>
    <dgm:pt modelId="{CE7F6A04-110F-7B40-ADCE-6F5500EDD758}" type="pres">
      <dgm:prSet presAssocID="{96463E4A-4130-F743-A061-21B99B2B189F}" presName="hierChild3" presStyleCnt="0"/>
      <dgm:spPr/>
    </dgm:pt>
  </dgm:ptLst>
  <dgm:cxnLst>
    <dgm:cxn modelId="{34B2779E-CDAA-694D-B3F5-A8AB54E07242}" type="presOf" srcId="{210919B8-6138-0745-9C1B-C0F3F65FF7CD}" destId="{7EDD44B5-2DE0-1B4B-B28A-DD16FE089D74}" srcOrd="0" destOrd="0" presId="urn:microsoft.com/office/officeart/2009/3/layout/HorizontalOrganizationChart"/>
    <dgm:cxn modelId="{F6077F2D-D6E5-4745-95A6-C2D8F0B86630}" type="presOf" srcId="{B11099D1-2881-B84E-AA4B-AA51D5A1EB7C}" destId="{401C41A1-47D0-F94C-86B8-6362769A4E30}" srcOrd="0" destOrd="0" presId="urn:microsoft.com/office/officeart/2009/3/layout/HorizontalOrganizationChart"/>
    <dgm:cxn modelId="{E1C1883B-9293-E148-AE58-23C88E97C623}" type="presOf" srcId="{A02E9539-70B2-4642-B49D-2AAD84EA3424}" destId="{CD7A6BBA-7FC4-5B44-8969-7F02D8181560}" srcOrd="0" destOrd="0" presId="urn:microsoft.com/office/officeart/2009/3/layout/HorizontalOrganizationChart"/>
    <dgm:cxn modelId="{935C152A-32EE-0F4E-8872-DD73B679BBDE}" type="presOf" srcId="{93031269-6E5F-AD42-9EFF-F1A6496BE788}" destId="{D8C78841-210A-DC48-8418-1E21E6A6E21F}" srcOrd="0" destOrd="0" presId="urn:microsoft.com/office/officeart/2009/3/layout/HorizontalOrganizationChart"/>
    <dgm:cxn modelId="{3395C400-DB47-F446-ACBE-7E663C16AAD1}" type="presOf" srcId="{A02E9539-70B2-4642-B49D-2AAD84EA3424}" destId="{E6224730-0E1E-8F43-84C2-C6925DEF78DC}" srcOrd="1" destOrd="0" presId="urn:microsoft.com/office/officeart/2009/3/layout/HorizontalOrganizationChart"/>
    <dgm:cxn modelId="{5D5BAD06-E601-424B-9CCC-F704DA668D08}" type="presOf" srcId="{96463E4A-4130-F743-A061-21B99B2B189F}" destId="{AE055214-2509-2E40-9C45-F70C30768794}" srcOrd="1" destOrd="0" presId="urn:microsoft.com/office/officeart/2009/3/layout/HorizontalOrganizationChart"/>
    <dgm:cxn modelId="{C9899BB9-1E69-1748-BA77-55B68F4D29E7}" type="presOf" srcId="{CC04723C-92A3-9149-A3E0-D3591D15EC7A}" destId="{7BB0F8AC-E6E5-124B-946E-8D311B137D63}" srcOrd="0" destOrd="0" presId="urn:microsoft.com/office/officeart/2009/3/layout/HorizontalOrganizationChart"/>
    <dgm:cxn modelId="{49C0AE36-6267-D042-80B9-B2AA48A9F286}" type="presOf" srcId="{C75F4DE4-D3C9-8244-9B79-550861E213D6}" destId="{3BD3B015-EA03-CE48-B014-6CF7C62F7D67}" srcOrd="0" destOrd="0" presId="urn:microsoft.com/office/officeart/2009/3/layout/HorizontalOrganizationChart"/>
    <dgm:cxn modelId="{029637EB-661C-9347-A7AD-EF9D5F1924F5}" type="presOf" srcId="{D91D155A-ACD4-C242-A8EF-4D8F50ECCCB0}" destId="{FDE46C3C-CC26-2F44-8465-F1FF7F44E42A}" srcOrd="0" destOrd="0" presId="urn:microsoft.com/office/officeart/2009/3/layout/HorizontalOrganizationChart"/>
    <dgm:cxn modelId="{E3D0F54E-6002-6740-84A4-38D2A4905795}" srcId="{C75F4DE4-D3C9-8244-9B79-550861E213D6}" destId="{96463E4A-4130-F743-A061-21B99B2B189F}" srcOrd="0" destOrd="0" parTransId="{13EE5073-D9D3-584F-83E1-424A8553B78A}" sibTransId="{E3F4CC7F-DBB9-FF45-9B3E-80B09499E992}"/>
    <dgm:cxn modelId="{C58806D5-ED3A-E945-8D20-4CF89705E16B}" type="presOf" srcId="{96463E4A-4130-F743-A061-21B99B2B189F}" destId="{85969628-7DE9-6D4F-B41B-FA7DCE562DE9}" srcOrd="0" destOrd="0" presId="urn:microsoft.com/office/officeart/2009/3/layout/HorizontalOrganizationChart"/>
    <dgm:cxn modelId="{013C479A-9813-784E-B451-54EA2018C5A2}" type="presOf" srcId="{B11099D1-2881-B84E-AA4B-AA51D5A1EB7C}" destId="{268CB27A-864A-F34A-B6D1-14148E0079CD}" srcOrd="1" destOrd="0" presId="urn:microsoft.com/office/officeart/2009/3/layout/HorizontalOrganizationChart"/>
    <dgm:cxn modelId="{BE71B601-4013-7247-8E65-96AE244B9898}" srcId="{96463E4A-4130-F743-A061-21B99B2B189F}" destId="{210919B8-6138-0745-9C1B-C0F3F65FF7CD}" srcOrd="1" destOrd="0" parTransId="{D91D155A-ACD4-C242-A8EF-4D8F50ECCCB0}" sibTransId="{3BB05198-61F2-FC4B-AB41-52B08A8C9C0C}"/>
    <dgm:cxn modelId="{4A7EEDD5-2D99-024F-B644-EE9A1220350C}" srcId="{96463E4A-4130-F743-A061-21B99B2B189F}" destId="{B11099D1-2881-B84E-AA4B-AA51D5A1EB7C}" srcOrd="2" destOrd="0" parTransId="{93031269-6E5F-AD42-9EFF-F1A6496BE788}" sibTransId="{9F1BD10F-97DA-4F44-95FE-D626B6FC5BE8}"/>
    <dgm:cxn modelId="{1808F9DF-2F42-9D40-82D3-0C9C0E471642}" type="presOf" srcId="{210919B8-6138-0745-9C1B-C0F3F65FF7CD}" destId="{596B3D55-E5D8-C149-8309-B15163FFFF3D}" srcOrd="1" destOrd="0" presId="urn:microsoft.com/office/officeart/2009/3/layout/HorizontalOrganizationChart"/>
    <dgm:cxn modelId="{296ED0D6-CF6A-124D-9C99-1C371BD22492}" srcId="{96463E4A-4130-F743-A061-21B99B2B189F}" destId="{A02E9539-70B2-4642-B49D-2AAD84EA3424}" srcOrd="0" destOrd="0" parTransId="{CC04723C-92A3-9149-A3E0-D3591D15EC7A}" sibTransId="{97A61F8C-3C20-2642-A84D-35C12AFB4953}"/>
    <dgm:cxn modelId="{74FE2D7D-62D2-464D-8375-FC2464F1B77E}" type="presParOf" srcId="{3BD3B015-EA03-CE48-B014-6CF7C62F7D67}" destId="{1F3F6D79-8103-F144-8AE1-8210882F88F8}" srcOrd="0" destOrd="0" presId="urn:microsoft.com/office/officeart/2009/3/layout/HorizontalOrganizationChart"/>
    <dgm:cxn modelId="{59B29BFA-89AF-3341-8B3B-447C7538EF57}" type="presParOf" srcId="{1F3F6D79-8103-F144-8AE1-8210882F88F8}" destId="{745501C4-58E6-2B4E-8ED5-296FDD95DA80}" srcOrd="0" destOrd="0" presId="urn:microsoft.com/office/officeart/2009/3/layout/HorizontalOrganizationChart"/>
    <dgm:cxn modelId="{50B3E874-B72B-E74B-9DE2-C5BED13EEC02}" type="presParOf" srcId="{745501C4-58E6-2B4E-8ED5-296FDD95DA80}" destId="{85969628-7DE9-6D4F-B41B-FA7DCE562DE9}" srcOrd="0" destOrd="0" presId="urn:microsoft.com/office/officeart/2009/3/layout/HorizontalOrganizationChart"/>
    <dgm:cxn modelId="{1EB0FF75-72EB-0742-9EE2-8D03A2F24C9A}" type="presParOf" srcId="{745501C4-58E6-2B4E-8ED5-296FDD95DA80}" destId="{AE055214-2509-2E40-9C45-F70C30768794}" srcOrd="1" destOrd="0" presId="urn:microsoft.com/office/officeart/2009/3/layout/HorizontalOrganizationChart"/>
    <dgm:cxn modelId="{6908029E-3473-1046-B51B-C0E1FB878E26}" type="presParOf" srcId="{1F3F6D79-8103-F144-8AE1-8210882F88F8}" destId="{CF430872-BF2F-AA41-9CD3-A0B7DC2E2FF2}" srcOrd="1" destOrd="0" presId="urn:microsoft.com/office/officeart/2009/3/layout/HorizontalOrganizationChart"/>
    <dgm:cxn modelId="{3BAF4761-E0DF-5C44-8B38-7C68E3E0F1D9}" type="presParOf" srcId="{CF430872-BF2F-AA41-9CD3-A0B7DC2E2FF2}" destId="{7BB0F8AC-E6E5-124B-946E-8D311B137D63}" srcOrd="0" destOrd="0" presId="urn:microsoft.com/office/officeart/2009/3/layout/HorizontalOrganizationChart"/>
    <dgm:cxn modelId="{3D7BE669-2F47-B443-8CF4-369AF7E1B02E}" type="presParOf" srcId="{CF430872-BF2F-AA41-9CD3-A0B7DC2E2FF2}" destId="{F731B13E-227B-CD42-A5BD-825CB2B741BB}" srcOrd="1" destOrd="0" presId="urn:microsoft.com/office/officeart/2009/3/layout/HorizontalOrganizationChart"/>
    <dgm:cxn modelId="{57C5582C-9446-134A-B446-18BFCAE3DCDA}" type="presParOf" srcId="{F731B13E-227B-CD42-A5BD-825CB2B741BB}" destId="{136BFFA3-3B09-9041-8745-C9750ACD3CC9}" srcOrd="0" destOrd="0" presId="urn:microsoft.com/office/officeart/2009/3/layout/HorizontalOrganizationChart"/>
    <dgm:cxn modelId="{3909C5F0-A3DD-F04A-8C32-81C1AB84051F}" type="presParOf" srcId="{136BFFA3-3B09-9041-8745-C9750ACD3CC9}" destId="{CD7A6BBA-7FC4-5B44-8969-7F02D8181560}" srcOrd="0" destOrd="0" presId="urn:microsoft.com/office/officeart/2009/3/layout/HorizontalOrganizationChart"/>
    <dgm:cxn modelId="{FFCFD932-7AE1-6447-925D-F5F59EE7401B}" type="presParOf" srcId="{136BFFA3-3B09-9041-8745-C9750ACD3CC9}" destId="{E6224730-0E1E-8F43-84C2-C6925DEF78DC}" srcOrd="1" destOrd="0" presId="urn:microsoft.com/office/officeart/2009/3/layout/HorizontalOrganizationChart"/>
    <dgm:cxn modelId="{1FC7C0B1-EAA4-7847-A09D-29ABAE660355}" type="presParOf" srcId="{F731B13E-227B-CD42-A5BD-825CB2B741BB}" destId="{4F9DB0FE-498B-7C48-B5F6-4B79A4CB50A8}" srcOrd="1" destOrd="0" presId="urn:microsoft.com/office/officeart/2009/3/layout/HorizontalOrganizationChart"/>
    <dgm:cxn modelId="{3DAA434B-DD1B-CE42-A10F-DD51FD4E1282}" type="presParOf" srcId="{F731B13E-227B-CD42-A5BD-825CB2B741BB}" destId="{D21D54FD-7AD6-DE4E-BCA4-531FB253009A}" srcOrd="2" destOrd="0" presId="urn:microsoft.com/office/officeart/2009/3/layout/HorizontalOrganizationChart"/>
    <dgm:cxn modelId="{778A9ADC-7BB7-544C-ACDD-D84ECE351254}" type="presParOf" srcId="{CF430872-BF2F-AA41-9CD3-A0B7DC2E2FF2}" destId="{FDE46C3C-CC26-2F44-8465-F1FF7F44E42A}" srcOrd="2" destOrd="0" presId="urn:microsoft.com/office/officeart/2009/3/layout/HorizontalOrganizationChart"/>
    <dgm:cxn modelId="{70BB1261-4E76-2341-998D-405D2BE0A52F}" type="presParOf" srcId="{CF430872-BF2F-AA41-9CD3-A0B7DC2E2FF2}" destId="{547384F2-04D1-BE42-B63E-F9B5FC062BA0}" srcOrd="3" destOrd="0" presId="urn:microsoft.com/office/officeart/2009/3/layout/HorizontalOrganizationChart"/>
    <dgm:cxn modelId="{68A31619-D5B0-DB46-9576-36ABCA028E25}" type="presParOf" srcId="{547384F2-04D1-BE42-B63E-F9B5FC062BA0}" destId="{19E10E93-48FC-6346-9CDB-CCC643FB03F3}" srcOrd="0" destOrd="0" presId="urn:microsoft.com/office/officeart/2009/3/layout/HorizontalOrganizationChart"/>
    <dgm:cxn modelId="{B217315B-7196-AE4A-A977-B6A988BD1A03}" type="presParOf" srcId="{19E10E93-48FC-6346-9CDB-CCC643FB03F3}" destId="{7EDD44B5-2DE0-1B4B-B28A-DD16FE089D74}" srcOrd="0" destOrd="0" presId="urn:microsoft.com/office/officeart/2009/3/layout/HorizontalOrganizationChart"/>
    <dgm:cxn modelId="{6FFE02D8-A666-4C40-AE95-8F003EEB0918}" type="presParOf" srcId="{19E10E93-48FC-6346-9CDB-CCC643FB03F3}" destId="{596B3D55-E5D8-C149-8309-B15163FFFF3D}" srcOrd="1" destOrd="0" presId="urn:microsoft.com/office/officeart/2009/3/layout/HorizontalOrganizationChart"/>
    <dgm:cxn modelId="{D58DDD1A-E6F2-6C4B-A3F0-0132A8B2ECC0}" type="presParOf" srcId="{547384F2-04D1-BE42-B63E-F9B5FC062BA0}" destId="{90999681-EA80-BE4B-9A5D-75554DA7723A}" srcOrd="1" destOrd="0" presId="urn:microsoft.com/office/officeart/2009/3/layout/HorizontalOrganizationChart"/>
    <dgm:cxn modelId="{FBA52186-2260-2945-AA56-554A680EA97A}" type="presParOf" srcId="{547384F2-04D1-BE42-B63E-F9B5FC062BA0}" destId="{BDCD2510-9A8A-1747-BE42-E4AA402D3202}" srcOrd="2" destOrd="0" presId="urn:microsoft.com/office/officeart/2009/3/layout/HorizontalOrganizationChart"/>
    <dgm:cxn modelId="{27B7B179-F36A-B74A-A821-459695DD1238}" type="presParOf" srcId="{CF430872-BF2F-AA41-9CD3-A0B7DC2E2FF2}" destId="{D8C78841-210A-DC48-8418-1E21E6A6E21F}" srcOrd="4" destOrd="0" presId="urn:microsoft.com/office/officeart/2009/3/layout/HorizontalOrganizationChart"/>
    <dgm:cxn modelId="{A3329B20-9C98-E24D-8377-C6242C1A9F29}" type="presParOf" srcId="{CF430872-BF2F-AA41-9CD3-A0B7DC2E2FF2}" destId="{28E3EFF1-0869-F046-AEC4-D1F0A949E31A}" srcOrd="5" destOrd="0" presId="urn:microsoft.com/office/officeart/2009/3/layout/HorizontalOrganizationChart"/>
    <dgm:cxn modelId="{57C8C096-2B15-6B47-B870-74EC6C3DDEB4}" type="presParOf" srcId="{28E3EFF1-0869-F046-AEC4-D1F0A949E31A}" destId="{B286FDF9-52F1-BB4D-A1F3-1D96F2DD7218}" srcOrd="0" destOrd="0" presId="urn:microsoft.com/office/officeart/2009/3/layout/HorizontalOrganizationChart"/>
    <dgm:cxn modelId="{7004D87A-92B3-CE4B-88A3-A8A45AF090FD}" type="presParOf" srcId="{B286FDF9-52F1-BB4D-A1F3-1D96F2DD7218}" destId="{401C41A1-47D0-F94C-86B8-6362769A4E30}" srcOrd="0" destOrd="0" presId="urn:microsoft.com/office/officeart/2009/3/layout/HorizontalOrganizationChart"/>
    <dgm:cxn modelId="{EC3C5BFB-FC7A-484A-86FB-46BBA259B300}" type="presParOf" srcId="{B286FDF9-52F1-BB4D-A1F3-1D96F2DD7218}" destId="{268CB27A-864A-F34A-B6D1-14148E0079CD}" srcOrd="1" destOrd="0" presId="urn:microsoft.com/office/officeart/2009/3/layout/HorizontalOrganizationChart"/>
    <dgm:cxn modelId="{DDF51448-F8DE-2844-BFFB-485CE99323B9}" type="presParOf" srcId="{28E3EFF1-0869-F046-AEC4-D1F0A949E31A}" destId="{5ABB28BB-3C9C-374B-ADE1-EAC7E18F533F}" srcOrd="1" destOrd="0" presId="urn:microsoft.com/office/officeart/2009/3/layout/HorizontalOrganizationChart"/>
    <dgm:cxn modelId="{97D32668-1F67-EC46-94F6-D760309496B3}" type="presParOf" srcId="{28E3EFF1-0869-F046-AEC4-D1F0A949E31A}" destId="{08205F1F-8C62-994E-A3BA-6AFBD4D841E1}" srcOrd="2" destOrd="0" presId="urn:microsoft.com/office/officeart/2009/3/layout/HorizontalOrganizationChart"/>
    <dgm:cxn modelId="{765B38DA-2648-6041-A0AD-93B36D40CCF1}" type="presParOf" srcId="{1F3F6D79-8103-F144-8AE1-8210882F88F8}" destId="{CE7F6A04-110F-7B40-ADCE-6F5500EDD75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741762B-1822-814A-9D88-F87CDA5F1B37}" type="doc">
      <dgm:prSet loTypeId="urn:microsoft.com/office/officeart/2005/8/layout/vList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89C56E8-0D99-0A47-B3BD-3A5061197762}">
      <dgm:prSet custT="1"/>
      <dgm:spPr/>
      <dgm:t>
        <a:bodyPr/>
        <a:lstStyle/>
        <a:p>
          <a:pPr rtl="0"/>
          <a:r>
            <a:rPr lang="ru-RU" sz="3700" dirty="0" smtClean="0">
              <a:solidFill>
                <a:srgbClr val="FFFF00"/>
              </a:solidFill>
            </a:rPr>
            <a:t>Соответствие политической власти основным ценностям большинства общества и его устремлениям </a:t>
          </a:r>
          <a:r>
            <a:rPr lang="ru-RU" sz="3700" dirty="0" smtClean="0"/>
            <a:t/>
          </a:r>
          <a:br>
            <a:rPr lang="ru-RU" sz="3700" dirty="0" smtClean="0"/>
          </a:br>
          <a:r>
            <a:rPr lang="ru-RU" sz="2800" dirty="0" smtClean="0"/>
            <a:t>(</a:t>
          </a:r>
          <a:r>
            <a:rPr lang="ru-RU" sz="2800" dirty="0" smtClean="0"/>
            <a:t>Категории политической науки. – М.: МГИМО; РОССПЭН, 2002)</a:t>
          </a:r>
          <a:endParaRPr lang="ru-RU" sz="2800" dirty="0"/>
        </a:p>
      </dgm:t>
    </dgm:pt>
    <dgm:pt modelId="{5376D9AD-7AE7-8840-A01A-DA9FA2F74B4E}" type="parTrans" cxnId="{3E51CB5F-92DF-304C-AC14-0880032A6783}">
      <dgm:prSet/>
      <dgm:spPr/>
      <dgm:t>
        <a:bodyPr/>
        <a:lstStyle/>
        <a:p>
          <a:endParaRPr lang="ru-RU"/>
        </a:p>
      </dgm:t>
    </dgm:pt>
    <dgm:pt modelId="{0C12A61A-C2AE-5447-AB05-E92FC9809328}" type="sibTrans" cxnId="{3E51CB5F-92DF-304C-AC14-0880032A6783}">
      <dgm:prSet/>
      <dgm:spPr/>
      <dgm:t>
        <a:bodyPr/>
        <a:lstStyle/>
        <a:p>
          <a:endParaRPr lang="ru-RU"/>
        </a:p>
      </dgm:t>
    </dgm:pt>
    <dgm:pt modelId="{6CEBD2F8-A7D8-9449-925D-ABBD134195DE}">
      <dgm:prSet custT="1"/>
      <dgm:spPr/>
      <dgm:t>
        <a:bodyPr/>
        <a:lstStyle/>
        <a:p>
          <a:pPr rtl="0"/>
          <a:r>
            <a:rPr lang="ru-RU" sz="3600" dirty="0" smtClean="0">
              <a:solidFill>
                <a:srgbClr val="FFFF00"/>
              </a:solidFill>
            </a:rPr>
            <a:t>Политико-социологическое определение, означающее доверие и веру в правомерность политической </a:t>
          </a:r>
          <a:r>
            <a:rPr lang="ru-RU" sz="3600" dirty="0" smtClean="0">
              <a:solidFill>
                <a:srgbClr val="FFFF00"/>
              </a:solidFill>
            </a:rPr>
            <a:t>власти</a:t>
          </a:r>
          <a:r>
            <a:rPr lang="ru-RU" sz="3600" dirty="0" smtClean="0"/>
            <a:t/>
          </a:r>
          <a:br>
            <a:rPr lang="ru-RU" sz="3600" dirty="0" smtClean="0"/>
          </a:br>
          <a:r>
            <a:rPr lang="ru-RU" sz="2800" dirty="0" smtClean="0"/>
            <a:t> </a:t>
          </a:r>
          <a:r>
            <a:rPr lang="ru-RU" sz="2800" dirty="0" smtClean="0"/>
            <a:t>(</a:t>
          </a:r>
          <a:r>
            <a:rPr lang="ru-RU" sz="2800" dirty="0" err="1" smtClean="0"/>
            <a:t>Политлексикон</a:t>
          </a:r>
          <a:r>
            <a:rPr lang="ru-RU" sz="2800" dirty="0" smtClean="0"/>
            <a:t>: понятия, факты, взаимосвязи. – М.: РОССПЭН, 2013)</a:t>
          </a:r>
          <a:endParaRPr lang="ru-RU" sz="2800" dirty="0"/>
        </a:p>
      </dgm:t>
    </dgm:pt>
    <dgm:pt modelId="{246738F0-8037-2E4E-BC48-A27D2D930CD2}" type="parTrans" cxnId="{03E7AA20-C672-274D-8D93-9C183C75EEC3}">
      <dgm:prSet/>
      <dgm:spPr/>
      <dgm:t>
        <a:bodyPr/>
        <a:lstStyle/>
        <a:p>
          <a:endParaRPr lang="ru-RU"/>
        </a:p>
      </dgm:t>
    </dgm:pt>
    <dgm:pt modelId="{E83AA24E-6B9A-C74F-BF89-6CECBEE960E5}" type="sibTrans" cxnId="{03E7AA20-C672-274D-8D93-9C183C75EEC3}">
      <dgm:prSet/>
      <dgm:spPr/>
      <dgm:t>
        <a:bodyPr/>
        <a:lstStyle/>
        <a:p>
          <a:endParaRPr lang="ru-RU"/>
        </a:p>
      </dgm:t>
    </dgm:pt>
    <dgm:pt modelId="{5433EFB8-2423-FE46-98BB-EB137C654756}" type="pres">
      <dgm:prSet presAssocID="{2741762B-1822-814A-9D88-F87CDA5F1B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1D0BC4A-4F4C-384B-9992-880BD17E6898}" type="pres">
      <dgm:prSet presAssocID="{D89C56E8-0D99-0A47-B3BD-3A5061197762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34A3651-D1C5-BB4E-A09F-30A225666705}" type="pres">
      <dgm:prSet presAssocID="{0C12A61A-C2AE-5447-AB05-E92FC9809328}" presName="spacer" presStyleCnt="0"/>
      <dgm:spPr/>
    </dgm:pt>
    <dgm:pt modelId="{3E03BE14-03E1-4D49-BC74-602B6098BB69}" type="pres">
      <dgm:prSet presAssocID="{6CEBD2F8-A7D8-9449-925D-ABBD134195DE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AED885E-6089-4144-B3B6-3E3F0785BD9A}" type="presOf" srcId="{D89C56E8-0D99-0A47-B3BD-3A5061197762}" destId="{01D0BC4A-4F4C-384B-9992-880BD17E6898}" srcOrd="0" destOrd="0" presId="urn:microsoft.com/office/officeart/2005/8/layout/vList2"/>
    <dgm:cxn modelId="{8EDC8696-7836-294A-8D19-99629CC9E3CE}" type="presOf" srcId="{6CEBD2F8-A7D8-9449-925D-ABBD134195DE}" destId="{3E03BE14-03E1-4D49-BC74-602B6098BB69}" srcOrd="0" destOrd="0" presId="urn:microsoft.com/office/officeart/2005/8/layout/vList2"/>
    <dgm:cxn modelId="{03E7AA20-C672-274D-8D93-9C183C75EEC3}" srcId="{2741762B-1822-814A-9D88-F87CDA5F1B37}" destId="{6CEBD2F8-A7D8-9449-925D-ABBD134195DE}" srcOrd="1" destOrd="0" parTransId="{246738F0-8037-2E4E-BC48-A27D2D930CD2}" sibTransId="{E83AA24E-6B9A-C74F-BF89-6CECBEE960E5}"/>
    <dgm:cxn modelId="{73C1F0FA-CD3D-8E43-A78D-BF05E51C499D}" type="presOf" srcId="{2741762B-1822-814A-9D88-F87CDA5F1B37}" destId="{5433EFB8-2423-FE46-98BB-EB137C654756}" srcOrd="0" destOrd="0" presId="urn:microsoft.com/office/officeart/2005/8/layout/vList2"/>
    <dgm:cxn modelId="{3E51CB5F-92DF-304C-AC14-0880032A6783}" srcId="{2741762B-1822-814A-9D88-F87CDA5F1B37}" destId="{D89C56E8-0D99-0A47-B3BD-3A5061197762}" srcOrd="0" destOrd="0" parTransId="{5376D9AD-7AE7-8840-A01A-DA9FA2F74B4E}" sibTransId="{0C12A61A-C2AE-5447-AB05-E92FC9809328}"/>
    <dgm:cxn modelId="{74A45750-D6B6-AF46-A075-8CB6A57E1F69}" type="presParOf" srcId="{5433EFB8-2423-FE46-98BB-EB137C654756}" destId="{01D0BC4A-4F4C-384B-9992-880BD17E6898}" srcOrd="0" destOrd="0" presId="urn:microsoft.com/office/officeart/2005/8/layout/vList2"/>
    <dgm:cxn modelId="{3F602A5E-C7BB-D94F-96C3-932D92AFC0C0}" type="presParOf" srcId="{5433EFB8-2423-FE46-98BB-EB137C654756}" destId="{234A3651-D1C5-BB4E-A09F-30A225666705}" srcOrd="1" destOrd="0" presId="urn:microsoft.com/office/officeart/2005/8/layout/vList2"/>
    <dgm:cxn modelId="{6D8C10AF-3077-2E45-9AE2-89CCBAB0CE29}" type="presParOf" srcId="{5433EFB8-2423-FE46-98BB-EB137C654756}" destId="{3E03BE14-03E1-4D49-BC74-602B6098BB6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8D228D1-9B19-A549-8F9D-2F7E3F7BDBDA}" type="doc">
      <dgm:prSet loTypeId="urn:microsoft.com/office/officeart/2005/8/layout/vList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494ED55-B247-724E-AB11-3F54DDD7ED2D}">
      <dgm:prSet custT="1"/>
      <dgm:spPr/>
      <dgm:t>
        <a:bodyPr/>
        <a:lstStyle/>
        <a:p>
          <a:pPr rtl="0"/>
          <a:r>
            <a:rPr lang="ru-RU" sz="3200" dirty="0" smtClean="0">
              <a:solidFill>
                <a:srgbClr val="FFFF00"/>
              </a:solidFill>
            </a:rPr>
            <a:t>Государственные политические институты</a:t>
          </a:r>
          <a:endParaRPr lang="ru-RU" sz="3200" dirty="0">
            <a:solidFill>
              <a:srgbClr val="FFFF00"/>
            </a:solidFill>
          </a:endParaRPr>
        </a:p>
      </dgm:t>
    </dgm:pt>
    <dgm:pt modelId="{93F07D14-2E66-5F4F-97CC-C22B4AAED073}" type="parTrans" cxnId="{9930388E-3D6E-0947-AF03-381BC30915C6}">
      <dgm:prSet/>
      <dgm:spPr/>
      <dgm:t>
        <a:bodyPr/>
        <a:lstStyle/>
        <a:p>
          <a:endParaRPr lang="ru-RU"/>
        </a:p>
      </dgm:t>
    </dgm:pt>
    <dgm:pt modelId="{739BE34A-B580-3B40-ABCE-96579D606CD5}" type="sibTrans" cxnId="{9930388E-3D6E-0947-AF03-381BC30915C6}">
      <dgm:prSet/>
      <dgm:spPr/>
      <dgm:t>
        <a:bodyPr/>
        <a:lstStyle/>
        <a:p>
          <a:endParaRPr lang="ru-RU"/>
        </a:p>
      </dgm:t>
    </dgm:pt>
    <dgm:pt modelId="{C4563560-30C6-2945-A535-7E49F7C6F944}">
      <dgm:prSet custT="1"/>
      <dgm:spPr/>
      <dgm:t>
        <a:bodyPr/>
        <a:lstStyle/>
        <a:p>
          <a:pPr rtl="0"/>
          <a:r>
            <a:rPr lang="ru-RU" sz="3200" dirty="0" smtClean="0">
              <a:solidFill>
                <a:srgbClr val="FFFF00"/>
              </a:solidFill>
            </a:rPr>
            <a:t>Ресурсы</a:t>
          </a:r>
          <a:endParaRPr lang="ru-RU" sz="3200" dirty="0">
            <a:solidFill>
              <a:srgbClr val="FFFF00"/>
            </a:solidFill>
          </a:endParaRPr>
        </a:p>
      </dgm:t>
    </dgm:pt>
    <dgm:pt modelId="{F43B2C87-EDA7-C641-8FEA-6E3A32511D77}" type="parTrans" cxnId="{238B2D3E-5C2A-9E46-BF57-BFE3FDE9507E}">
      <dgm:prSet/>
      <dgm:spPr/>
      <dgm:t>
        <a:bodyPr/>
        <a:lstStyle/>
        <a:p>
          <a:endParaRPr lang="ru-RU"/>
        </a:p>
      </dgm:t>
    </dgm:pt>
    <dgm:pt modelId="{158AFA2D-BF5B-4D49-B01B-E25F9E79DD76}" type="sibTrans" cxnId="{238B2D3E-5C2A-9E46-BF57-BFE3FDE9507E}">
      <dgm:prSet/>
      <dgm:spPr/>
      <dgm:t>
        <a:bodyPr/>
        <a:lstStyle/>
        <a:p>
          <a:endParaRPr lang="ru-RU"/>
        </a:p>
      </dgm:t>
    </dgm:pt>
    <dgm:pt modelId="{9180567C-B8F0-DD4E-891C-C3B998238606}">
      <dgm:prSet custT="1"/>
      <dgm:spPr/>
      <dgm:t>
        <a:bodyPr/>
        <a:lstStyle/>
        <a:p>
          <a:pPr rtl="0"/>
          <a:r>
            <a:rPr lang="ru-RU" sz="3200" dirty="0" smtClean="0">
              <a:solidFill>
                <a:srgbClr val="FFFF00"/>
              </a:solidFill>
            </a:rPr>
            <a:t>Институты гражданского общества</a:t>
          </a:r>
          <a:endParaRPr lang="ru-RU" sz="3200" dirty="0">
            <a:solidFill>
              <a:srgbClr val="FFFF00"/>
            </a:solidFill>
          </a:endParaRPr>
        </a:p>
      </dgm:t>
    </dgm:pt>
    <dgm:pt modelId="{57F6EF5E-9C03-3941-84F7-744D6C351AD0}" type="parTrans" cxnId="{278BD890-D835-4A4F-88E4-DE7A5842A777}">
      <dgm:prSet/>
      <dgm:spPr/>
      <dgm:t>
        <a:bodyPr/>
        <a:lstStyle/>
        <a:p>
          <a:endParaRPr lang="ru-RU"/>
        </a:p>
      </dgm:t>
    </dgm:pt>
    <dgm:pt modelId="{DEE412C7-F005-D64E-9095-DBE0928B59B5}" type="sibTrans" cxnId="{278BD890-D835-4A4F-88E4-DE7A5842A777}">
      <dgm:prSet/>
      <dgm:spPr/>
      <dgm:t>
        <a:bodyPr/>
        <a:lstStyle/>
        <a:p>
          <a:endParaRPr lang="ru-RU"/>
        </a:p>
      </dgm:t>
    </dgm:pt>
    <dgm:pt modelId="{63601941-A93F-1746-928B-7BB985A62A9D}">
      <dgm:prSet custT="1"/>
      <dgm:spPr/>
      <dgm:t>
        <a:bodyPr/>
        <a:lstStyle/>
        <a:p>
          <a:pPr rtl="0"/>
          <a:r>
            <a:rPr lang="ru-RU" sz="3200" dirty="0" smtClean="0">
              <a:solidFill>
                <a:srgbClr val="FFFF00"/>
              </a:solidFill>
            </a:rPr>
            <a:t>Законодательная базу </a:t>
          </a:r>
          <a:endParaRPr lang="ru-RU" sz="3200" dirty="0">
            <a:solidFill>
              <a:srgbClr val="FFFF00"/>
            </a:solidFill>
          </a:endParaRPr>
        </a:p>
      </dgm:t>
    </dgm:pt>
    <dgm:pt modelId="{0531D56D-8000-0A49-8B7B-90ECC14EB900}" type="parTrans" cxnId="{2238C851-7FA1-354B-814E-6029689F4EC4}">
      <dgm:prSet/>
      <dgm:spPr/>
      <dgm:t>
        <a:bodyPr/>
        <a:lstStyle/>
        <a:p>
          <a:endParaRPr lang="ru-RU"/>
        </a:p>
      </dgm:t>
    </dgm:pt>
    <dgm:pt modelId="{61445D1E-3AC6-344A-A417-DE8F62421173}" type="sibTrans" cxnId="{2238C851-7FA1-354B-814E-6029689F4EC4}">
      <dgm:prSet/>
      <dgm:spPr/>
      <dgm:t>
        <a:bodyPr/>
        <a:lstStyle/>
        <a:p>
          <a:endParaRPr lang="ru-RU"/>
        </a:p>
      </dgm:t>
    </dgm:pt>
    <dgm:pt modelId="{AEDC054C-65CB-4D47-92EA-FB335C3951E1}">
      <dgm:prSet custT="1"/>
      <dgm:spPr/>
      <dgm:t>
        <a:bodyPr/>
        <a:lstStyle/>
        <a:p>
          <a:pPr rtl="0"/>
          <a:r>
            <a:rPr lang="ru-RU" sz="3200" dirty="0" smtClean="0">
              <a:solidFill>
                <a:srgbClr val="FFFF00"/>
              </a:solidFill>
            </a:rPr>
            <a:t>Способы, методы реализации субъектами политики своих интересов</a:t>
          </a:r>
          <a:endParaRPr lang="ru-RU" sz="3200" dirty="0">
            <a:solidFill>
              <a:srgbClr val="FFFF00"/>
            </a:solidFill>
          </a:endParaRPr>
        </a:p>
      </dgm:t>
    </dgm:pt>
    <dgm:pt modelId="{AE31EB07-DCEF-0043-A706-2253E6271796}" type="parTrans" cxnId="{7947F19A-AA46-9445-AC1D-2B3F3A758F15}">
      <dgm:prSet/>
      <dgm:spPr/>
      <dgm:t>
        <a:bodyPr/>
        <a:lstStyle/>
        <a:p>
          <a:endParaRPr lang="ru-RU"/>
        </a:p>
      </dgm:t>
    </dgm:pt>
    <dgm:pt modelId="{F5628EF5-3A44-4340-906F-4D14E01E1170}" type="sibTrans" cxnId="{7947F19A-AA46-9445-AC1D-2B3F3A758F15}">
      <dgm:prSet/>
      <dgm:spPr/>
      <dgm:t>
        <a:bodyPr/>
        <a:lstStyle/>
        <a:p>
          <a:endParaRPr lang="ru-RU"/>
        </a:p>
      </dgm:t>
    </dgm:pt>
    <dgm:pt modelId="{073FD5BE-2611-3048-8340-D4576259247E}" type="pres">
      <dgm:prSet presAssocID="{C8D228D1-9B19-A549-8F9D-2F7E3F7BDBD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8ABF791-3463-F649-83FE-6D65B251877E}" type="pres">
      <dgm:prSet presAssocID="{5494ED55-B247-724E-AB11-3F54DDD7ED2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5524EB-D8A7-A84F-87E0-26F1EDAA8C8A}" type="pres">
      <dgm:prSet presAssocID="{739BE34A-B580-3B40-ABCE-96579D606CD5}" presName="spacer" presStyleCnt="0"/>
      <dgm:spPr/>
    </dgm:pt>
    <dgm:pt modelId="{466FC49D-2063-8A43-91B5-3C9F2525D6F5}" type="pres">
      <dgm:prSet presAssocID="{9180567C-B8F0-DD4E-891C-C3B99823860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391AAE4-6B5F-A64D-941F-0B5DAE231EB7}" type="pres">
      <dgm:prSet presAssocID="{DEE412C7-F005-D64E-9095-DBE0928B59B5}" presName="spacer" presStyleCnt="0"/>
      <dgm:spPr/>
    </dgm:pt>
    <dgm:pt modelId="{A1902E18-D221-D04F-93B2-3FD62C3CB2AA}" type="pres">
      <dgm:prSet presAssocID="{63601941-A93F-1746-928B-7BB985A62A9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E92DC8F-8280-214B-B87F-BE176E376D00}" type="pres">
      <dgm:prSet presAssocID="{61445D1E-3AC6-344A-A417-DE8F62421173}" presName="spacer" presStyleCnt="0"/>
      <dgm:spPr/>
    </dgm:pt>
    <dgm:pt modelId="{4F599C70-96E9-B748-862B-D56BDDA8F67F}" type="pres">
      <dgm:prSet presAssocID="{AEDC054C-65CB-4D47-92EA-FB335C3951E1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D7408F-3BA4-6E4A-81FD-F98098F36D13}" type="pres">
      <dgm:prSet presAssocID="{F5628EF5-3A44-4340-906F-4D14E01E1170}" presName="spacer" presStyleCnt="0"/>
      <dgm:spPr/>
    </dgm:pt>
    <dgm:pt modelId="{33C9FCC5-3849-CE4C-8447-27B9724DD6BC}" type="pres">
      <dgm:prSet presAssocID="{C4563560-30C6-2945-A535-7E49F7C6F944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1BD6433-D1AF-2A42-AF05-6B53F2AD7DDC}" type="presOf" srcId="{5494ED55-B247-724E-AB11-3F54DDD7ED2D}" destId="{38ABF791-3463-F649-83FE-6D65B251877E}" srcOrd="0" destOrd="0" presId="urn:microsoft.com/office/officeart/2005/8/layout/vList2"/>
    <dgm:cxn modelId="{E54BC2A5-149E-5E4E-88A3-D77BD0BB842D}" type="presOf" srcId="{C8D228D1-9B19-A549-8F9D-2F7E3F7BDBDA}" destId="{073FD5BE-2611-3048-8340-D4576259247E}" srcOrd="0" destOrd="0" presId="urn:microsoft.com/office/officeart/2005/8/layout/vList2"/>
    <dgm:cxn modelId="{2238C851-7FA1-354B-814E-6029689F4EC4}" srcId="{C8D228D1-9B19-A549-8F9D-2F7E3F7BDBDA}" destId="{63601941-A93F-1746-928B-7BB985A62A9D}" srcOrd="2" destOrd="0" parTransId="{0531D56D-8000-0A49-8B7B-90ECC14EB900}" sibTransId="{61445D1E-3AC6-344A-A417-DE8F62421173}"/>
    <dgm:cxn modelId="{7947F19A-AA46-9445-AC1D-2B3F3A758F15}" srcId="{C8D228D1-9B19-A549-8F9D-2F7E3F7BDBDA}" destId="{AEDC054C-65CB-4D47-92EA-FB335C3951E1}" srcOrd="3" destOrd="0" parTransId="{AE31EB07-DCEF-0043-A706-2253E6271796}" sibTransId="{F5628EF5-3A44-4340-906F-4D14E01E1170}"/>
    <dgm:cxn modelId="{4A0EC63A-A363-1E48-9CF6-7B79940648B2}" type="presOf" srcId="{63601941-A93F-1746-928B-7BB985A62A9D}" destId="{A1902E18-D221-D04F-93B2-3FD62C3CB2AA}" srcOrd="0" destOrd="0" presId="urn:microsoft.com/office/officeart/2005/8/layout/vList2"/>
    <dgm:cxn modelId="{9930388E-3D6E-0947-AF03-381BC30915C6}" srcId="{C8D228D1-9B19-A549-8F9D-2F7E3F7BDBDA}" destId="{5494ED55-B247-724E-AB11-3F54DDD7ED2D}" srcOrd="0" destOrd="0" parTransId="{93F07D14-2E66-5F4F-97CC-C22B4AAED073}" sibTransId="{739BE34A-B580-3B40-ABCE-96579D606CD5}"/>
    <dgm:cxn modelId="{238B2D3E-5C2A-9E46-BF57-BFE3FDE9507E}" srcId="{C8D228D1-9B19-A549-8F9D-2F7E3F7BDBDA}" destId="{C4563560-30C6-2945-A535-7E49F7C6F944}" srcOrd="4" destOrd="0" parTransId="{F43B2C87-EDA7-C641-8FEA-6E3A32511D77}" sibTransId="{158AFA2D-BF5B-4D49-B01B-E25F9E79DD76}"/>
    <dgm:cxn modelId="{4B48E4F3-FEF9-3A4E-9BC1-8DA3594737BA}" type="presOf" srcId="{C4563560-30C6-2945-A535-7E49F7C6F944}" destId="{33C9FCC5-3849-CE4C-8447-27B9724DD6BC}" srcOrd="0" destOrd="0" presId="urn:microsoft.com/office/officeart/2005/8/layout/vList2"/>
    <dgm:cxn modelId="{B1D32275-3D6A-D54C-8E67-2008F1FFF696}" type="presOf" srcId="{9180567C-B8F0-DD4E-891C-C3B998238606}" destId="{466FC49D-2063-8A43-91B5-3C9F2525D6F5}" srcOrd="0" destOrd="0" presId="urn:microsoft.com/office/officeart/2005/8/layout/vList2"/>
    <dgm:cxn modelId="{52B8C912-5420-DF44-8E30-867924555F9F}" type="presOf" srcId="{AEDC054C-65CB-4D47-92EA-FB335C3951E1}" destId="{4F599C70-96E9-B748-862B-D56BDDA8F67F}" srcOrd="0" destOrd="0" presId="urn:microsoft.com/office/officeart/2005/8/layout/vList2"/>
    <dgm:cxn modelId="{278BD890-D835-4A4F-88E4-DE7A5842A777}" srcId="{C8D228D1-9B19-A549-8F9D-2F7E3F7BDBDA}" destId="{9180567C-B8F0-DD4E-891C-C3B998238606}" srcOrd="1" destOrd="0" parTransId="{57F6EF5E-9C03-3941-84F7-744D6C351AD0}" sibTransId="{DEE412C7-F005-D64E-9095-DBE0928B59B5}"/>
    <dgm:cxn modelId="{7FE9601A-9BE0-A84B-AE6C-F3BF77B044DF}" type="presParOf" srcId="{073FD5BE-2611-3048-8340-D4576259247E}" destId="{38ABF791-3463-F649-83FE-6D65B251877E}" srcOrd="0" destOrd="0" presId="urn:microsoft.com/office/officeart/2005/8/layout/vList2"/>
    <dgm:cxn modelId="{32130EE9-0E42-9D48-81D5-BA7FCD796A05}" type="presParOf" srcId="{073FD5BE-2611-3048-8340-D4576259247E}" destId="{E75524EB-D8A7-A84F-87E0-26F1EDAA8C8A}" srcOrd="1" destOrd="0" presId="urn:microsoft.com/office/officeart/2005/8/layout/vList2"/>
    <dgm:cxn modelId="{B4E3A864-8C7D-DB41-9982-59DFB265D172}" type="presParOf" srcId="{073FD5BE-2611-3048-8340-D4576259247E}" destId="{466FC49D-2063-8A43-91B5-3C9F2525D6F5}" srcOrd="2" destOrd="0" presId="urn:microsoft.com/office/officeart/2005/8/layout/vList2"/>
    <dgm:cxn modelId="{0CBEFF77-B1FF-8846-9646-1DB9EAEA3559}" type="presParOf" srcId="{073FD5BE-2611-3048-8340-D4576259247E}" destId="{2391AAE4-6B5F-A64D-941F-0B5DAE231EB7}" srcOrd="3" destOrd="0" presId="urn:microsoft.com/office/officeart/2005/8/layout/vList2"/>
    <dgm:cxn modelId="{5F807D68-E5F0-2E44-B1F8-A4766DA3A1E9}" type="presParOf" srcId="{073FD5BE-2611-3048-8340-D4576259247E}" destId="{A1902E18-D221-D04F-93B2-3FD62C3CB2AA}" srcOrd="4" destOrd="0" presId="urn:microsoft.com/office/officeart/2005/8/layout/vList2"/>
    <dgm:cxn modelId="{4675D1B1-D359-6749-A21D-95938D886BA5}" type="presParOf" srcId="{073FD5BE-2611-3048-8340-D4576259247E}" destId="{AE92DC8F-8280-214B-B87F-BE176E376D00}" srcOrd="5" destOrd="0" presId="urn:microsoft.com/office/officeart/2005/8/layout/vList2"/>
    <dgm:cxn modelId="{748AE732-7DA8-6E42-9470-4741FDD3D2EB}" type="presParOf" srcId="{073FD5BE-2611-3048-8340-D4576259247E}" destId="{4F599C70-96E9-B748-862B-D56BDDA8F67F}" srcOrd="6" destOrd="0" presId="urn:microsoft.com/office/officeart/2005/8/layout/vList2"/>
    <dgm:cxn modelId="{1534F6F7-2A90-5447-82AB-F3D1A739ED5D}" type="presParOf" srcId="{073FD5BE-2611-3048-8340-D4576259247E}" destId="{DAD7408F-3BA4-6E4A-81FD-F98098F36D13}" srcOrd="7" destOrd="0" presId="urn:microsoft.com/office/officeart/2005/8/layout/vList2"/>
    <dgm:cxn modelId="{A95E2DBF-D2DC-1E43-AE29-D48DA7F2828C}" type="presParOf" srcId="{073FD5BE-2611-3048-8340-D4576259247E}" destId="{33C9FCC5-3849-CE4C-8447-27B9724DD6B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B5A31BB-2647-8A4F-8D89-4639BCD528CE}" type="doc">
      <dgm:prSet loTypeId="urn:microsoft.com/office/officeart/2005/8/layout/vList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93173BE-A101-9247-B194-A0311AEE23FE}">
      <dgm:prSet/>
      <dgm:spPr/>
      <dgm:t>
        <a:bodyPr/>
        <a:lstStyle/>
        <a:p>
          <a:pPr rtl="0"/>
          <a:r>
            <a:rPr lang="ru-RU" dirty="0" smtClean="0">
              <a:solidFill>
                <a:srgbClr val="FFFF00"/>
              </a:solidFill>
            </a:rPr>
            <a:t>Институты законодательной власти</a:t>
          </a:r>
          <a:endParaRPr lang="ru-RU" dirty="0">
            <a:solidFill>
              <a:srgbClr val="FFFF00"/>
            </a:solidFill>
          </a:endParaRPr>
        </a:p>
      </dgm:t>
    </dgm:pt>
    <dgm:pt modelId="{A449B70C-0428-2640-B02C-E48C50EFD1C2}" type="parTrans" cxnId="{8A8C7DC1-F2DC-7E46-BB70-B9B80641A790}">
      <dgm:prSet/>
      <dgm:spPr/>
      <dgm:t>
        <a:bodyPr/>
        <a:lstStyle/>
        <a:p>
          <a:endParaRPr lang="ru-RU"/>
        </a:p>
      </dgm:t>
    </dgm:pt>
    <dgm:pt modelId="{9E269AB6-EAB0-2B4A-B3F4-0D60E60196CE}" type="sibTrans" cxnId="{8A8C7DC1-F2DC-7E46-BB70-B9B80641A790}">
      <dgm:prSet/>
      <dgm:spPr/>
      <dgm:t>
        <a:bodyPr/>
        <a:lstStyle/>
        <a:p>
          <a:endParaRPr lang="ru-RU"/>
        </a:p>
      </dgm:t>
    </dgm:pt>
    <dgm:pt modelId="{C30F7D45-5AAF-1D41-BD4D-6F7379299EBF}">
      <dgm:prSet/>
      <dgm:spPr/>
      <dgm:t>
        <a:bodyPr/>
        <a:lstStyle/>
        <a:p>
          <a:pPr rtl="0"/>
          <a:r>
            <a:rPr lang="ru-RU" dirty="0" smtClean="0">
              <a:solidFill>
                <a:srgbClr val="FFFF00"/>
              </a:solidFill>
            </a:rPr>
            <a:t>Институты исполнительной власти</a:t>
          </a:r>
          <a:endParaRPr lang="ru-RU" dirty="0">
            <a:solidFill>
              <a:srgbClr val="FFFF00"/>
            </a:solidFill>
          </a:endParaRPr>
        </a:p>
      </dgm:t>
    </dgm:pt>
    <dgm:pt modelId="{09ED26BC-BC23-D140-A5D2-BA412BCAE36A}" type="parTrans" cxnId="{E9B0CB76-87E5-2741-B038-CC5C21928F06}">
      <dgm:prSet/>
      <dgm:spPr/>
      <dgm:t>
        <a:bodyPr/>
        <a:lstStyle/>
        <a:p>
          <a:endParaRPr lang="ru-RU"/>
        </a:p>
      </dgm:t>
    </dgm:pt>
    <dgm:pt modelId="{B195CCE7-2244-024E-BA76-73A6042C7234}" type="sibTrans" cxnId="{E9B0CB76-87E5-2741-B038-CC5C21928F06}">
      <dgm:prSet/>
      <dgm:spPr/>
      <dgm:t>
        <a:bodyPr/>
        <a:lstStyle/>
        <a:p>
          <a:endParaRPr lang="ru-RU"/>
        </a:p>
      </dgm:t>
    </dgm:pt>
    <dgm:pt modelId="{985D2205-5E47-C446-93C6-F916CDA78A18}">
      <dgm:prSet/>
      <dgm:spPr/>
      <dgm:t>
        <a:bodyPr/>
        <a:lstStyle/>
        <a:p>
          <a:pPr rtl="0"/>
          <a:r>
            <a:rPr lang="ru-RU" dirty="0" smtClean="0">
              <a:solidFill>
                <a:srgbClr val="FFFF00"/>
              </a:solidFill>
            </a:rPr>
            <a:t>Институты судебной власти</a:t>
          </a:r>
          <a:endParaRPr lang="ru-RU" dirty="0">
            <a:solidFill>
              <a:srgbClr val="FFFF00"/>
            </a:solidFill>
          </a:endParaRPr>
        </a:p>
      </dgm:t>
    </dgm:pt>
    <dgm:pt modelId="{0AC098B5-73EF-9A44-8160-7D17A7C0CE4F}" type="parTrans" cxnId="{5B88C96F-5AC4-644C-9468-6719173C0DA7}">
      <dgm:prSet/>
      <dgm:spPr/>
      <dgm:t>
        <a:bodyPr/>
        <a:lstStyle/>
        <a:p>
          <a:endParaRPr lang="ru-RU"/>
        </a:p>
      </dgm:t>
    </dgm:pt>
    <dgm:pt modelId="{903FDB95-0890-E44F-A883-81ED374793DF}" type="sibTrans" cxnId="{5B88C96F-5AC4-644C-9468-6719173C0DA7}">
      <dgm:prSet/>
      <dgm:spPr/>
      <dgm:t>
        <a:bodyPr/>
        <a:lstStyle/>
        <a:p>
          <a:endParaRPr lang="ru-RU"/>
        </a:p>
      </dgm:t>
    </dgm:pt>
    <dgm:pt modelId="{7C03E547-43BF-6742-B9EE-75DC141F18BE}">
      <dgm:prSet/>
      <dgm:spPr/>
      <dgm:t>
        <a:bodyPr/>
        <a:lstStyle/>
        <a:p>
          <a:pPr rtl="0"/>
          <a:r>
            <a:rPr lang="ru-RU" dirty="0" smtClean="0">
              <a:solidFill>
                <a:srgbClr val="FFFF00"/>
              </a:solidFill>
            </a:rPr>
            <a:t>Институты принуждения </a:t>
          </a:r>
          <a:endParaRPr lang="ru-RU" dirty="0">
            <a:solidFill>
              <a:srgbClr val="FFFF00"/>
            </a:solidFill>
          </a:endParaRPr>
        </a:p>
      </dgm:t>
    </dgm:pt>
    <dgm:pt modelId="{3AD36746-3D2E-BD4A-9400-AA02A4FDC682}" type="parTrans" cxnId="{5EE4376B-BB81-E94E-A7DD-C36512FAF10C}">
      <dgm:prSet/>
      <dgm:spPr/>
      <dgm:t>
        <a:bodyPr/>
        <a:lstStyle/>
        <a:p>
          <a:endParaRPr lang="ru-RU"/>
        </a:p>
      </dgm:t>
    </dgm:pt>
    <dgm:pt modelId="{7DFE79C7-8425-5D43-81ED-0861A7B0A67B}" type="sibTrans" cxnId="{5EE4376B-BB81-E94E-A7DD-C36512FAF10C}">
      <dgm:prSet/>
      <dgm:spPr/>
      <dgm:t>
        <a:bodyPr/>
        <a:lstStyle/>
        <a:p>
          <a:endParaRPr lang="ru-RU"/>
        </a:p>
      </dgm:t>
    </dgm:pt>
    <dgm:pt modelId="{4E05AF03-AD28-1F43-BDDA-A10EB6B47432}">
      <dgm:prSet/>
      <dgm:spPr/>
      <dgm:t>
        <a:bodyPr/>
        <a:lstStyle/>
        <a:p>
          <a:pPr rtl="0"/>
          <a:endParaRPr lang="ru-RU" dirty="0">
            <a:solidFill>
              <a:srgbClr val="FFFF00"/>
            </a:solidFill>
          </a:endParaRPr>
        </a:p>
      </dgm:t>
    </dgm:pt>
    <dgm:pt modelId="{5B0D6D68-1768-B545-B002-474999FDA0D1}" type="parTrans" cxnId="{E0A40820-FB2E-464D-9D67-7067E6D6F608}">
      <dgm:prSet/>
      <dgm:spPr/>
      <dgm:t>
        <a:bodyPr/>
        <a:lstStyle/>
        <a:p>
          <a:endParaRPr lang="ru-RU"/>
        </a:p>
      </dgm:t>
    </dgm:pt>
    <dgm:pt modelId="{A82A4670-B80A-7948-8A20-A63BB126CE64}" type="sibTrans" cxnId="{E0A40820-FB2E-464D-9D67-7067E6D6F608}">
      <dgm:prSet/>
      <dgm:spPr/>
      <dgm:t>
        <a:bodyPr/>
        <a:lstStyle/>
        <a:p>
          <a:endParaRPr lang="ru-RU"/>
        </a:p>
      </dgm:t>
    </dgm:pt>
    <dgm:pt modelId="{BA2E3FC4-A6CC-624F-B65B-AE822B2DB34A}">
      <dgm:prSet/>
      <dgm:spPr/>
      <dgm:t>
        <a:bodyPr/>
        <a:lstStyle/>
        <a:p>
          <a:pPr rtl="0"/>
          <a:endParaRPr lang="ru-RU" dirty="0">
            <a:solidFill>
              <a:srgbClr val="FFFF00"/>
            </a:solidFill>
          </a:endParaRPr>
        </a:p>
      </dgm:t>
    </dgm:pt>
    <dgm:pt modelId="{3E48D595-C0C7-8B4E-93E3-D7FF947D2B7C}" type="parTrans" cxnId="{C22BD11D-20C8-2049-A1C4-E8AD65E756D9}">
      <dgm:prSet/>
      <dgm:spPr/>
      <dgm:t>
        <a:bodyPr/>
        <a:lstStyle/>
        <a:p>
          <a:endParaRPr lang="ru-RU"/>
        </a:p>
      </dgm:t>
    </dgm:pt>
    <dgm:pt modelId="{4B22AF73-0BFB-9B41-9476-B0BA66F3D7F4}" type="sibTrans" cxnId="{C22BD11D-20C8-2049-A1C4-E8AD65E756D9}">
      <dgm:prSet/>
      <dgm:spPr/>
      <dgm:t>
        <a:bodyPr/>
        <a:lstStyle/>
        <a:p>
          <a:endParaRPr lang="ru-RU"/>
        </a:p>
      </dgm:t>
    </dgm:pt>
    <dgm:pt modelId="{570A5E5B-BD5B-AD44-964D-EBD4C5546898}">
      <dgm:prSet/>
      <dgm:spPr/>
      <dgm:t>
        <a:bodyPr/>
        <a:lstStyle/>
        <a:p>
          <a:pPr rtl="0"/>
          <a:endParaRPr lang="ru-RU" dirty="0">
            <a:solidFill>
              <a:srgbClr val="FFFF00"/>
            </a:solidFill>
          </a:endParaRPr>
        </a:p>
      </dgm:t>
    </dgm:pt>
    <dgm:pt modelId="{CD0CF299-327C-0F48-93FD-DE4192202529}" type="parTrans" cxnId="{74EAC7D5-25CA-2544-9B4B-7E0BD27D3AEE}">
      <dgm:prSet/>
      <dgm:spPr/>
      <dgm:t>
        <a:bodyPr/>
        <a:lstStyle/>
        <a:p>
          <a:endParaRPr lang="ru-RU"/>
        </a:p>
      </dgm:t>
    </dgm:pt>
    <dgm:pt modelId="{F61A010D-AB06-6242-A655-250A08B765F9}" type="sibTrans" cxnId="{74EAC7D5-25CA-2544-9B4B-7E0BD27D3AEE}">
      <dgm:prSet/>
      <dgm:spPr/>
      <dgm:t>
        <a:bodyPr/>
        <a:lstStyle/>
        <a:p>
          <a:endParaRPr lang="ru-RU"/>
        </a:p>
      </dgm:t>
    </dgm:pt>
    <dgm:pt modelId="{1B454333-8F33-9348-A67F-3D24B5A3B11E}" type="pres">
      <dgm:prSet presAssocID="{5B5A31BB-2647-8A4F-8D89-4639BCD528C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8A2C759-6F4B-AA4F-8E6E-FA48A2CA0FDB}" type="pres">
      <dgm:prSet presAssocID="{593173BE-A101-9247-B194-A0311AEE23FE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5A1E474-3C3A-1C4D-85F5-53D9947F888E}" type="pres">
      <dgm:prSet presAssocID="{593173BE-A101-9247-B194-A0311AEE23FE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CD3142E-BC33-E742-809F-745C8A6E5A72}" type="pres">
      <dgm:prSet presAssocID="{C30F7D45-5AAF-1D41-BD4D-6F7379299EB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04642D8-DD91-5940-8A79-8AEDE6080DC3}" type="pres">
      <dgm:prSet presAssocID="{C30F7D45-5AAF-1D41-BD4D-6F7379299EBF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7D12812-2AD2-1747-9E38-AB92F122BAB9}" type="pres">
      <dgm:prSet presAssocID="{985D2205-5E47-C446-93C6-F916CDA78A1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3CBB175-FF6C-6D48-82B2-80A39DACA2C9}" type="pres">
      <dgm:prSet presAssocID="{985D2205-5E47-C446-93C6-F916CDA78A18}" presName="childText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3D6D73-3EE1-0B48-964C-C9CDF0CF6543}" type="pres">
      <dgm:prSet presAssocID="{7C03E547-43BF-6742-B9EE-75DC141F18BE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A8C7DC1-F2DC-7E46-BB70-B9B80641A790}" srcId="{5B5A31BB-2647-8A4F-8D89-4639BCD528CE}" destId="{593173BE-A101-9247-B194-A0311AEE23FE}" srcOrd="0" destOrd="0" parTransId="{A449B70C-0428-2640-B02C-E48C50EFD1C2}" sibTransId="{9E269AB6-EAB0-2B4A-B3F4-0D60E60196CE}"/>
    <dgm:cxn modelId="{0037B86D-4922-944C-8AF9-3853D07593F5}" type="presOf" srcId="{7C03E547-43BF-6742-B9EE-75DC141F18BE}" destId="{503D6D73-3EE1-0B48-964C-C9CDF0CF6543}" srcOrd="0" destOrd="0" presId="urn:microsoft.com/office/officeart/2005/8/layout/vList2"/>
    <dgm:cxn modelId="{F0A9DF95-58AD-0A46-8F39-52D9D672FBFB}" type="presOf" srcId="{593173BE-A101-9247-B194-A0311AEE23FE}" destId="{B8A2C759-6F4B-AA4F-8E6E-FA48A2CA0FDB}" srcOrd="0" destOrd="0" presId="urn:microsoft.com/office/officeart/2005/8/layout/vList2"/>
    <dgm:cxn modelId="{72EAB8BA-3740-5742-971C-B82FF97DD327}" type="presOf" srcId="{4E05AF03-AD28-1F43-BDDA-A10EB6B47432}" destId="{35A1E474-3C3A-1C4D-85F5-53D9947F888E}" srcOrd="0" destOrd="0" presId="urn:microsoft.com/office/officeart/2005/8/layout/vList2"/>
    <dgm:cxn modelId="{E9B0CB76-87E5-2741-B038-CC5C21928F06}" srcId="{5B5A31BB-2647-8A4F-8D89-4639BCD528CE}" destId="{C30F7D45-5AAF-1D41-BD4D-6F7379299EBF}" srcOrd="1" destOrd="0" parTransId="{09ED26BC-BC23-D140-A5D2-BA412BCAE36A}" sibTransId="{B195CCE7-2244-024E-BA76-73A6042C7234}"/>
    <dgm:cxn modelId="{80759BC3-8796-AB47-BA75-A4A4E72A4439}" type="presOf" srcId="{C30F7D45-5AAF-1D41-BD4D-6F7379299EBF}" destId="{DCD3142E-BC33-E742-809F-745C8A6E5A72}" srcOrd="0" destOrd="0" presId="urn:microsoft.com/office/officeart/2005/8/layout/vList2"/>
    <dgm:cxn modelId="{F713FF6A-E568-8847-9D93-5C444D2009D3}" type="presOf" srcId="{BA2E3FC4-A6CC-624F-B65B-AE822B2DB34A}" destId="{404642D8-DD91-5940-8A79-8AEDE6080DC3}" srcOrd="0" destOrd="0" presId="urn:microsoft.com/office/officeart/2005/8/layout/vList2"/>
    <dgm:cxn modelId="{5EE4376B-BB81-E94E-A7DD-C36512FAF10C}" srcId="{5B5A31BB-2647-8A4F-8D89-4639BCD528CE}" destId="{7C03E547-43BF-6742-B9EE-75DC141F18BE}" srcOrd="3" destOrd="0" parTransId="{3AD36746-3D2E-BD4A-9400-AA02A4FDC682}" sibTransId="{7DFE79C7-8425-5D43-81ED-0861A7B0A67B}"/>
    <dgm:cxn modelId="{3660C2FD-B56B-1049-BFE9-497105D695D7}" type="presOf" srcId="{985D2205-5E47-C446-93C6-F916CDA78A18}" destId="{77D12812-2AD2-1747-9E38-AB92F122BAB9}" srcOrd="0" destOrd="0" presId="urn:microsoft.com/office/officeart/2005/8/layout/vList2"/>
    <dgm:cxn modelId="{9510F8EE-51E1-9B4B-9570-5A85A0C7B137}" type="presOf" srcId="{570A5E5B-BD5B-AD44-964D-EBD4C5546898}" destId="{F3CBB175-FF6C-6D48-82B2-80A39DACA2C9}" srcOrd="0" destOrd="0" presId="urn:microsoft.com/office/officeart/2005/8/layout/vList2"/>
    <dgm:cxn modelId="{C22BD11D-20C8-2049-A1C4-E8AD65E756D9}" srcId="{C30F7D45-5AAF-1D41-BD4D-6F7379299EBF}" destId="{BA2E3FC4-A6CC-624F-B65B-AE822B2DB34A}" srcOrd="0" destOrd="0" parTransId="{3E48D595-C0C7-8B4E-93E3-D7FF947D2B7C}" sibTransId="{4B22AF73-0BFB-9B41-9476-B0BA66F3D7F4}"/>
    <dgm:cxn modelId="{74EAC7D5-25CA-2544-9B4B-7E0BD27D3AEE}" srcId="{985D2205-5E47-C446-93C6-F916CDA78A18}" destId="{570A5E5B-BD5B-AD44-964D-EBD4C5546898}" srcOrd="0" destOrd="0" parTransId="{CD0CF299-327C-0F48-93FD-DE4192202529}" sibTransId="{F61A010D-AB06-6242-A655-250A08B765F9}"/>
    <dgm:cxn modelId="{4B8398F9-9F0E-C643-A29F-8A5DBC410360}" type="presOf" srcId="{5B5A31BB-2647-8A4F-8D89-4639BCD528CE}" destId="{1B454333-8F33-9348-A67F-3D24B5A3B11E}" srcOrd="0" destOrd="0" presId="urn:microsoft.com/office/officeart/2005/8/layout/vList2"/>
    <dgm:cxn modelId="{E0A40820-FB2E-464D-9D67-7067E6D6F608}" srcId="{593173BE-A101-9247-B194-A0311AEE23FE}" destId="{4E05AF03-AD28-1F43-BDDA-A10EB6B47432}" srcOrd="0" destOrd="0" parTransId="{5B0D6D68-1768-B545-B002-474999FDA0D1}" sibTransId="{A82A4670-B80A-7948-8A20-A63BB126CE64}"/>
    <dgm:cxn modelId="{5B88C96F-5AC4-644C-9468-6719173C0DA7}" srcId="{5B5A31BB-2647-8A4F-8D89-4639BCD528CE}" destId="{985D2205-5E47-C446-93C6-F916CDA78A18}" srcOrd="2" destOrd="0" parTransId="{0AC098B5-73EF-9A44-8160-7D17A7C0CE4F}" sibTransId="{903FDB95-0890-E44F-A883-81ED374793DF}"/>
    <dgm:cxn modelId="{9A5374F1-E8C6-6F4D-9A26-FB9CA18A4049}" type="presParOf" srcId="{1B454333-8F33-9348-A67F-3D24B5A3B11E}" destId="{B8A2C759-6F4B-AA4F-8E6E-FA48A2CA0FDB}" srcOrd="0" destOrd="0" presId="urn:microsoft.com/office/officeart/2005/8/layout/vList2"/>
    <dgm:cxn modelId="{69F141F6-9909-7545-8AF9-21FA20B516B1}" type="presParOf" srcId="{1B454333-8F33-9348-A67F-3D24B5A3B11E}" destId="{35A1E474-3C3A-1C4D-85F5-53D9947F888E}" srcOrd="1" destOrd="0" presId="urn:microsoft.com/office/officeart/2005/8/layout/vList2"/>
    <dgm:cxn modelId="{081ED4CE-DAE8-F847-8394-4EBA39C12E5A}" type="presParOf" srcId="{1B454333-8F33-9348-A67F-3D24B5A3B11E}" destId="{DCD3142E-BC33-E742-809F-745C8A6E5A72}" srcOrd="2" destOrd="0" presId="urn:microsoft.com/office/officeart/2005/8/layout/vList2"/>
    <dgm:cxn modelId="{79655629-399A-1A45-A3DE-7E8E4182C1C6}" type="presParOf" srcId="{1B454333-8F33-9348-A67F-3D24B5A3B11E}" destId="{404642D8-DD91-5940-8A79-8AEDE6080DC3}" srcOrd="3" destOrd="0" presId="urn:microsoft.com/office/officeart/2005/8/layout/vList2"/>
    <dgm:cxn modelId="{C5935115-ED54-B543-91A4-5938FD35E227}" type="presParOf" srcId="{1B454333-8F33-9348-A67F-3D24B5A3B11E}" destId="{77D12812-2AD2-1747-9E38-AB92F122BAB9}" srcOrd="4" destOrd="0" presId="urn:microsoft.com/office/officeart/2005/8/layout/vList2"/>
    <dgm:cxn modelId="{9225D16D-B053-9849-989F-3FF041C9282B}" type="presParOf" srcId="{1B454333-8F33-9348-A67F-3D24B5A3B11E}" destId="{F3CBB175-FF6C-6D48-82B2-80A39DACA2C9}" srcOrd="5" destOrd="0" presId="urn:microsoft.com/office/officeart/2005/8/layout/vList2"/>
    <dgm:cxn modelId="{D6A496ED-B18F-584E-8905-6F8C9C716144}" type="presParOf" srcId="{1B454333-8F33-9348-A67F-3D24B5A3B11E}" destId="{503D6D73-3EE1-0B48-964C-C9CDF0CF654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5718665-DF65-334A-A10E-1EBE86F808EB}" type="doc">
      <dgm:prSet loTypeId="urn:microsoft.com/office/officeart/2008/layout/PictureStrips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65A5317-CE67-E747-9C65-7B9F26892D4E}">
      <dgm:prSet phldrT="[Текст]"/>
      <dgm:spPr/>
      <dgm:t>
        <a:bodyPr/>
        <a:lstStyle/>
        <a:p>
          <a:r>
            <a:rPr lang="ru-RU" dirty="0" smtClean="0"/>
            <a:t>СОВЕТ ФЕДЕРАЦИИ</a:t>
          </a:r>
          <a:endParaRPr lang="ru-RU" dirty="0"/>
        </a:p>
      </dgm:t>
    </dgm:pt>
    <dgm:pt modelId="{4C21DE84-5CC6-D844-943B-8278A5FB0CF1}" type="parTrans" cxnId="{DA1D71F0-431C-9445-BFDD-DFD44731242B}">
      <dgm:prSet/>
      <dgm:spPr/>
      <dgm:t>
        <a:bodyPr/>
        <a:lstStyle/>
        <a:p>
          <a:endParaRPr lang="ru-RU"/>
        </a:p>
      </dgm:t>
    </dgm:pt>
    <dgm:pt modelId="{A94BE4B2-4815-5441-8311-A77351E170AA}" type="sibTrans" cxnId="{DA1D71F0-431C-9445-BFDD-DFD44731242B}">
      <dgm:prSet/>
      <dgm:spPr/>
      <dgm:t>
        <a:bodyPr/>
        <a:lstStyle/>
        <a:p>
          <a:endParaRPr lang="ru-RU"/>
        </a:p>
      </dgm:t>
    </dgm:pt>
    <dgm:pt modelId="{C11F4AF2-FC0D-E743-ADAF-C38D922CCEE4}">
      <dgm:prSet phldrT="[Текст]"/>
      <dgm:spPr/>
      <dgm:t>
        <a:bodyPr/>
        <a:lstStyle/>
        <a:p>
          <a:r>
            <a:rPr lang="ru-RU" dirty="0" smtClean="0"/>
            <a:t>ГОСУДАРСТВЕННАЯ ДУМА</a:t>
          </a:r>
          <a:endParaRPr lang="ru-RU" dirty="0"/>
        </a:p>
      </dgm:t>
    </dgm:pt>
    <dgm:pt modelId="{86CB4ECA-91AF-354D-AD26-A60A3360DE52}" type="parTrans" cxnId="{F2BDF4A4-960E-614F-9FCB-46FECA74C24B}">
      <dgm:prSet/>
      <dgm:spPr/>
      <dgm:t>
        <a:bodyPr/>
        <a:lstStyle/>
        <a:p>
          <a:endParaRPr lang="ru-RU"/>
        </a:p>
      </dgm:t>
    </dgm:pt>
    <dgm:pt modelId="{72C4CCFF-DEF4-8249-AAC1-AA573CE6706C}" type="sibTrans" cxnId="{F2BDF4A4-960E-614F-9FCB-46FECA74C24B}">
      <dgm:prSet/>
      <dgm:spPr/>
      <dgm:t>
        <a:bodyPr/>
        <a:lstStyle/>
        <a:p>
          <a:endParaRPr lang="ru-RU"/>
        </a:p>
      </dgm:t>
    </dgm:pt>
    <dgm:pt modelId="{34540E0A-BD26-DB47-9B18-A397DE87DCA9}" type="pres">
      <dgm:prSet presAssocID="{65718665-DF65-334A-A10E-1EBE86F808E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FDA3F92-98B7-CC4C-9DFF-1E65798E74AE}" type="pres">
      <dgm:prSet presAssocID="{465A5317-CE67-E747-9C65-7B9F26892D4E}" presName="composite" presStyleCnt="0"/>
      <dgm:spPr/>
    </dgm:pt>
    <dgm:pt modelId="{184ABC32-858F-134F-BDAE-F20A1AE6E6F0}" type="pres">
      <dgm:prSet presAssocID="{465A5317-CE67-E747-9C65-7B9F26892D4E}" presName="rect1" presStyleLbl="trAlignAcc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56DC55-E26B-F24E-A1AB-BAD80DA0D6A4}" type="pres">
      <dgm:prSet presAssocID="{465A5317-CE67-E747-9C65-7B9F26892D4E}" presName="rect2" presStyleLbl="fgImgPlac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</dgm:spPr>
    </dgm:pt>
    <dgm:pt modelId="{D6C40758-A009-054F-909B-A0651B1B081B}" type="pres">
      <dgm:prSet presAssocID="{A94BE4B2-4815-5441-8311-A77351E170AA}" presName="sibTrans" presStyleCnt="0"/>
      <dgm:spPr/>
    </dgm:pt>
    <dgm:pt modelId="{D733B2AF-47E4-8E4D-94D4-5CD065B38441}" type="pres">
      <dgm:prSet presAssocID="{C11F4AF2-FC0D-E743-ADAF-C38D922CCEE4}" presName="composite" presStyleCnt="0"/>
      <dgm:spPr/>
    </dgm:pt>
    <dgm:pt modelId="{B0B4930C-CDC7-414A-936E-CE3FE0FFEA5D}" type="pres">
      <dgm:prSet presAssocID="{C11F4AF2-FC0D-E743-ADAF-C38D922CCEE4}" presName="rect1" presStyleLbl="trAlignAcc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EB276AF-5208-C04E-86EF-D30CCA8EDCF0}" type="pres">
      <dgm:prSet presAssocID="{C11F4AF2-FC0D-E743-ADAF-C38D922CCEE4}" presName="rect2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</dgm:spPr>
    </dgm:pt>
  </dgm:ptLst>
  <dgm:cxnLst>
    <dgm:cxn modelId="{FE8BC9B0-E171-6A4D-B048-D34A3AF5F6B9}" type="presOf" srcId="{465A5317-CE67-E747-9C65-7B9F26892D4E}" destId="{184ABC32-858F-134F-BDAE-F20A1AE6E6F0}" srcOrd="0" destOrd="0" presId="urn:microsoft.com/office/officeart/2008/layout/PictureStrips"/>
    <dgm:cxn modelId="{4C967788-0314-E447-BB6F-BCF87E3309DD}" type="presOf" srcId="{65718665-DF65-334A-A10E-1EBE86F808EB}" destId="{34540E0A-BD26-DB47-9B18-A397DE87DCA9}" srcOrd="0" destOrd="0" presId="urn:microsoft.com/office/officeart/2008/layout/PictureStrips"/>
    <dgm:cxn modelId="{DA1D71F0-431C-9445-BFDD-DFD44731242B}" srcId="{65718665-DF65-334A-A10E-1EBE86F808EB}" destId="{465A5317-CE67-E747-9C65-7B9F26892D4E}" srcOrd="0" destOrd="0" parTransId="{4C21DE84-5CC6-D844-943B-8278A5FB0CF1}" sibTransId="{A94BE4B2-4815-5441-8311-A77351E170AA}"/>
    <dgm:cxn modelId="{F2BDF4A4-960E-614F-9FCB-46FECA74C24B}" srcId="{65718665-DF65-334A-A10E-1EBE86F808EB}" destId="{C11F4AF2-FC0D-E743-ADAF-C38D922CCEE4}" srcOrd="1" destOrd="0" parTransId="{86CB4ECA-91AF-354D-AD26-A60A3360DE52}" sibTransId="{72C4CCFF-DEF4-8249-AAC1-AA573CE6706C}"/>
    <dgm:cxn modelId="{053FFD2C-A670-4146-A324-3CD537E03999}" type="presOf" srcId="{C11F4AF2-FC0D-E743-ADAF-C38D922CCEE4}" destId="{B0B4930C-CDC7-414A-936E-CE3FE0FFEA5D}" srcOrd="0" destOrd="0" presId="urn:microsoft.com/office/officeart/2008/layout/PictureStrips"/>
    <dgm:cxn modelId="{82A46E35-8502-1142-AAEE-9537A214A41C}" type="presParOf" srcId="{34540E0A-BD26-DB47-9B18-A397DE87DCA9}" destId="{9FDA3F92-98B7-CC4C-9DFF-1E65798E74AE}" srcOrd="0" destOrd="0" presId="urn:microsoft.com/office/officeart/2008/layout/PictureStrips"/>
    <dgm:cxn modelId="{46341F13-C211-CF4A-BB36-0DE79B1BE122}" type="presParOf" srcId="{9FDA3F92-98B7-CC4C-9DFF-1E65798E74AE}" destId="{184ABC32-858F-134F-BDAE-F20A1AE6E6F0}" srcOrd="0" destOrd="0" presId="urn:microsoft.com/office/officeart/2008/layout/PictureStrips"/>
    <dgm:cxn modelId="{3211A13C-EDEB-2C4B-93AF-CEFE0BFDB2E9}" type="presParOf" srcId="{9FDA3F92-98B7-CC4C-9DFF-1E65798E74AE}" destId="{DA56DC55-E26B-F24E-A1AB-BAD80DA0D6A4}" srcOrd="1" destOrd="0" presId="urn:microsoft.com/office/officeart/2008/layout/PictureStrips"/>
    <dgm:cxn modelId="{4F4D05EB-EE17-A347-8B51-5729D7B01450}" type="presParOf" srcId="{34540E0A-BD26-DB47-9B18-A397DE87DCA9}" destId="{D6C40758-A009-054F-909B-A0651B1B081B}" srcOrd="1" destOrd="0" presId="urn:microsoft.com/office/officeart/2008/layout/PictureStrips"/>
    <dgm:cxn modelId="{1E464A52-C563-C042-9ADA-095C17CCED7C}" type="presParOf" srcId="{34540E0A-BD26-DB47-9B18-A397DE87DCA9}" destId="{D733B2AF-47E4-8E4D-94D4-5CD065B38441}" srcOrd="2" destOrd="0" presId="urn:microsoft.com/office/officeart/2008/layout/PictureStrips"/>
    <dgm:cxn modelId="{801D2E64-B488-934E-831D-42EE23A69912}" type="presParOf" srcId="{D733B2AF-47E4-8E4D-94D4-5CD065B38441}" destId="{B0B4930C-CDC7-414A-936E-CE3FE0FFEA5D}" srcOrd="0" destOrd="0" presId="urn:microsoft.com/office/officeart/2008/layout/PictureStrips"/>
    <dgm:cxn modelId="{8538AB66-D454-D04D-9F7E-8E52985836A9}" type="presParOf" srcId="{D733B2AF-47E4-8E4D-94D4-5CD065B38441}" destId="{8EB276AF-5208-C04E-86EF-D30CCA8EDCF0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60F90-EDF9-CA40-8BD4-DB29F89C5807}">
      <dsp:nvSpPr>
        <dsp:cNvPr id="0" name=""/>
        <dsp:cNvSpPr/>
      </dsp:nvSpPr>
      <dsp:spPr>
        <a:xfrm>
          <a:off x="0" y="973248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 smtClean="0">
              <a:solidFill>
                <a:srgbClr val="FFFF00"/>
              </a:solidFill>
            </a:rPr>
            <a:t>Экономическая</a:t>
          </a:r>
          <a:endParaRPr lang="ru-RU" sz="3400" kern="1200" dirty="0">
            <a:solidFill>
              <a:srgbClr val="FFFF00"/>
            </a:solidFill>
          </a:endParaRPr>
        </a:p>
      </dsp:txBody>
      <dsp:txXfrm>
        <a:off x="0" y="973248"/>
        <a:ext cx="2857499" cy="1714500"/>
      </dsp:txXfrm>
    </dsp:sp>
    <dsp:sp modelId="{584E6871-A7BC-3D4B-AE14-E0F00E628320}">
      <dsp:nvSpPr>
        <dsp:cNvPr id="0" name=""/>
        <dsp:cNvSpPr/>
      </dsp:nvSpPr>
      <dsp:spPr>
        <a:xfrm>
          <a:off x="3143250" y="973248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 smtClean="0">
              <a:solidFill>
                <a:srgbClr val="FFFF00"/>
              </a:solidFill>
            </a:rPr>
            <a:t>Политическая</a:t>
          </a:r>
          <a:endParaRPr lang="ru-RU" sz="3400" kern="1200" dirty="0">
            <a:solidFill>
              <a:srgbClr val="FFFF00"/>
            </a:solidFill>
          </a:endParaRPr>
        </a:p>
      </dsp:txBody>
      <dsp:txXfrm>
        <a:off x="3143250" y="973248"/>
        <a:ext cx="2857499" cy="1714500"/>
      </dsp:txXfrm>
    </dsp:sp>
    <dsp:sp modelId="{FE0DD7CC-39A2-A949-B095-304076EC14E8}">
      <dsp:nvSpPr>
        <dsp:cNvPr id="0" name=""/>
        <dsp:cNvSpPr/>
      </dsp:nvSpPr>
      <dsp:spPr>
        <a:xfrm>
          <a:off x="6286500" y="973248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 smtClean="0">
              <a:solidFill>
                <a:srgbClr val="FFFF00"/>
              </a:solidFill>
            </a:rPr>
            <a:t>Правовая</a:t>
          </a:r>
          <a:endParaRPr lang="ru-RU" sz="3400" kern="1200" dirty="0">
            <a:solidFill>
              <a:srgbClr val="FFFF00"/>
            </a:solidFill>
          </a:endParaRPr>
        </a:p>
      </dsp:txBody>
      <dsp:txXfrm>
        <a:off x="6286500" y="973248"/>
        <a:ext cx="2857499" cy="1714500"/>
      </dsp:txXfrm>
    </dsp:sp>
    <dsp:sp modelId="{2BEEC87D-FCC7-4D49-9F2A-68A9FB310B7F}">
      <dsp:nvSpPr>
        <dsp:cNvPr id="0" name=""/>
        <dsp:cNvSpPr/>
      </dsp:nvSpPr>
      <dsp:spPr>
        <a:xfrm>
          <a:off x="0" y="2973499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 smtClean="0">
              <a:solidFill>
                <a:srgbClr val="FFFF00"/>
              </a:solidFill>
            </a:rPr>
            <a:t>Военная</a:t>
          </a:r>
          <a:endParaRPr lang="ru-RU" sz="3400" kern="1200" dirty="0">
            <a:solidFill>
              <a:srgbClr val="FFFF00"/>
            </a:solidFill>
          </a:endParaRPr>
        </a:p>
      </dsp:txBody>
      <dsp:txXfrm>
        <a:off x="0" y="2973499"/>
        <a:ext cx="2857499" cy="1714500"/>
      </dsp:txXfrm>
    </dsp:sp>
    <dsp:sp modelId="{060AA767-F0C8-7049-9A86-316E9A300122}">
      <dsp:nvSpPr>
        <dsp:cNvPr id="0" name=""/>
        <dsp:cNvSpPr/>
      </dsp:nvSpPr>
      <dsp:spPr>
        <a:xfrm>
          <a:off x="3143250" y="2973498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 smtClean="0">
              <a:solidFill>
                <a:srgbClr val="FFFF00"/>
              </a:solidFill>
            </a:rPr>
            <a:t>Духовная</a:t>
          </a:r>
          <a:endParaRPr lang="ru-RU" sz="3400" kern="1200" dirty="0">
            <a:solidFill>
              <a:srgbClr val="FFFF00"/>
            </a:solidFill>
          </a:endParaRPr>
        </a:p>
      </dsp:txBody>
      <dsp:txXfrm>
        <a:off x="3143250" y="2973498"/>
        <a:ext cx="2857499" cy="1714500"/>
      </dsp:txXfrm>
    </dsp:sp>
    <dsp:sp modelId="{34AFB974-B21A-E245-A157-2DA3DCFF993D}">
      <dsp:nvSpPr>
        <dsp:cNvPr id="0" name=""/>
        <dsp:cNvSpPr/>
      </dsp:nvSpPr>
      <dsp:spPr>
        <a:xfrm>
          <a:off x="6286500" y="2973498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 smtClean="0">
              <a:solidFill>
                <a:srgbClr val="FFFF00"/>
              </a:solidFill>
            </a:rPr>
            <a:t>Семейная</a:t>
          </a:r>
          <a:endParaRPr lang="ru-RU" sz="3400" kern="1200" dirty="0">
            <a:solidFill>
              <a:srgbClr val="FFFF00"/>
            </a:solidFill>
          </a:endParaRPr>
        </a:p>
      </dsp:txBody>
      <dsp:txXfrm>
        <a:off x="6286500" y="2973498"/>
        <a:ext cx="2857499" cy="1714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5395D-553E-1943-A526-C896D6065D91}">
      <dsp:nvSpPr>
        <dsp:cNvPr id="0" name=""/>
        <dsp:cNvSpPr/>
      </dsp:nvSpPr>
      <dsp:spPr>
        <a:xfrm>
          <a:off x="271462" y="500"/>
          <a:ext cx="2687835" cy="16127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Право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271462" y="500"/>
        <a:ext cx="2687835" cy="1612701"/>
      </dsp:txXfrm>
    </dsp:sp>
    <dsp:sp modelId="{F2B3B2F8-32C5-E944-8666-47BD8155FE67}">
      <dsp:nvSpPr>
        <dsp:cNvPr id="0" name=""/>
        <dsp:cNvSpPr/>
      </dsp:nvSpPr>
      <dsp:spPr>
        <a:xfrm>
          <a:off x="3228082" y="500"/>
          <a:ext cx="2687835" cy="16127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Авторитет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3228082" y="500"/>
        <a:ext cx="2687835" cy="1612701"/>
      </dsp:txXfrm>
    </dsp:sp>
    <dsp:sp modelId="{5F265207-0C82-7141-A2C3-389018D59CB0}">
      <dsp:nvSpPr>
        <dsp:cNvPr id="0" name=""/>
        <dsp:cNvSpPr/>
      </dsp:nvSpPr>
      <dsp:spPr>
        <a:xfrm>
          <a:off x="6184701" y="500"/>
          <a:ext cx="2687835" cy="16127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Убеждение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6184701" y="500"/>
        <a:ext cx="2687835" cy="1612701"/>
      </dsp:txXfrm>
    </dsp:sp>
    <dsp:sp modelId="{B95EE67A-E0AA-6745-870A-34CA09BF6E07}">
      <dsp:nvSpPr>
        <dsp:cNvPr id="0" name=""/>
        <dsp:cNvSpPr/>
      </dsp:nvSpPr>
      <dsp:spPr>
        <a:xfrm>
          <a:off x="271462" y="1881985"/>
          <a:ext cx="2687835" cy="16127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Традиции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271462" y="1881985"/>
        <a:ext cx="2687835" cy="1612701"/>
      </dsp:txXfrm>
    </dsp:sp>
    <dsp:sp modelId="{8B28C7BB-6EC5-3E49-A22F-1B5D4FA507A0}">
      <dsp:nvSpPr>
        <dsp:cNvPr id="0" name=""/>
        <dsp:cNvSpPr/>
      </dsp:nvSpPr>
      <dsp:spPr>
        <a:xfrm>
          <a:off x="3228082" y="1881985"/>
          <a:ext cx="2687835" cy="16127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Манипуляции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3228082" y="1881985"/>
        <a:ext cx="2687835" cy="1612701"/>
      </dsp:txXfrm>
    </dsp:sp>
    <dsp:sp modelId="{73723612-B58B-9544-97A2-3F1D1B6972C3}">
      <dsp:nvSpPr>
        <dsp:cNvPr id="0" name=""/>
        <dsp:cNvSpPr/>
      </dsp:nvSpPr>
      <dsp:spPr>
        <a:xfrm>
          <a:off x="6184701" y="1881985"/>
          <a:ext cx="2687835" cy="16127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Принуждение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6184701" y="1881985"/>
        <a:ext cx="2687835" cy="1612701"/>
      </dsp:txXfrm>
    </dsp:sp>
    <dsp:sp modelId="{14F05938-6A92-AD45-ABF2-2386CD28481B}">
      <dsp:nvSpPr>
        <dsp:cNvPr id="0" name=""/>
        <dsp:cNvSpPr/>
      </dsp:nvSpPr>
      <dsp:spPr>
        <a:xfrm>
          <a:off x="3228082" y="3763470"/>
          <a:ext cx="2687835" cy="16127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Насилие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3228082" y="3763470"/>
        <a:ext cx="2687835" cy="16127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56BFF0-D970-9D41-A6D3-CEF85B1A1D90}">
      <dsp:nvSpPr>
        <dsp:cNvPr id="0" name=""/>
        <dsp:cNvSpPr/>
      </dsp:nvSpPr>
      <dsp:spPr>
        <a:xfrm>
          <a:off x="3962400" y="2999865"/>
          <a:ext cx="2168412" cy="7526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6336"/>
              </a:lnTo>
              <a:lnTo>
                <a:pt x="2168412" y="376336"/>
              </a:lnTo>
              <a:lnTo>
                <a:pt x="2168412" y="75267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9A21E-CEEA-C344-86D4-1F37B07E6B18}">
      <dsp:nvSpPr>
        <dsp:cNvPr id="0" name=""/>
        <dsp:cNvSpPr/>
      </dsp:nvSpPr>
      <dsp:spPr>
        <a:xfrm>
          <a:off x="1793987" y="2999865"/>
          <a:ext cx="2168412" cy="752672"/>
        </a:xfrm>
        <a:custGeom>
          <a:avLst/>
          <a:gdLst/>
          <a:ahLst/>
          <a:cxnLst/>
          <a:rect l="0" t="0" r="0" b="0"/>
          <a:pathLst>
            <a:path>
              <a:moveTo>
                <a:pt x="2168412" y="0"/>
              </a:moveTo>
              <a:lnTo>
                <a:pt x="2168412" y="376336"/>
              </a:lnTo>
              <a:lnTo>
                <a:pt x="0" y="376336"/>
              </a:lnTo>
              <a:lnTo>
                <a:pt x="0" y="75267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CAD069-C136-284A-8379-200082DCDE95}">
      <dsp:nvSpPr>
        <dsp:cNvPr id="0" name=""/>
        <dsp:cNvSpPr/>
      </dsp:nvSpPr>
      <dsp:spPr>
        <a:xfrm>
          <a:off x="217981" y="504057"/>
          <a:ext cx="7488837" cy="24958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kern="1200" dirty="0" smtClean="0"/>
            <a:t>Право </a:t>
          </a:r>
          <a:br>
            <a:rPr lang="ru-RU" sz="4400" kern="1200" dirty="0" smtClean="0"/>
          </a:br>
          <a:r>
            <a:rPr lang="ru-RU" sz="3600" kern="1200" dirty="0" smtClean="0">
              <a:solidFill>
                <a:srgbClr val="FFFF00"/>
              </a:solidFill>
            </a:rPr>
            <a:t>специфическая форма общественных отношений, особый вид социальной регуляции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217981" y="504057"/>
        <a:ext cx="7488837" cy="2495807"/>
      </dsp:txXfrm>
    </dsp:sp>
    <dsp:sp modelId="{7EF6D246-3C61-EB4E-95A0-BDB8047A3F66}">
      <dsp:nvSpPr>
        <dsp:cNvPr id="0" name=""/>
        <dsp:cNvSpPr/>
      </dsp:nvSpPr>
      <dsp:spPr>
        <a:xfrm>
          <a:off x="1910" y="3752537"/>
          <a:ext cx="3584153" cy="179207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kern="1200" dirty="0" err="1" smtClean="0">
              <a:solidFill>
                <a:srgbClr val="FFFF00"/>
              </a:solidFill>
            </a:rPr>
            <a:t>легистский</a:t>
          </a:r>
          <a:r>
            <a:rPr lang="ru-RU" sz="4400" kern="1200" dirty="0" smtClean="0">
              <a:solidFill>
                <a:srgbClr val="FFFF00"/>
              </a:solidFill>
            </a:rPr>
            <a:t> </a:t>
          </a:r>
          <a:br>
            <a:rPr lang="ru-RU" sz="4400" kern="1200" dirty="0" smtClean="0">
              <a:solidFill>
                <a:srgbClr val="FFFF00"/>
              </a:solidFill>
            </a:rPr>
          </a:br>
          <a:r>
            <a:rPr lang="ru-RU" sz="4400" kern="1200" dirty="0" smtClean="0">
              <a:solidFill>
                <a:srgbClr val="FFFF00"/>
              </a:solidFill>
            </a:rPr>
            <a:t>(от лат. lex — закон)</a:t>
          </a:r>
          <a:endParaRPr lang="ru-RU" sz="4400" kern="1200" dirty="0">
            <a:solidFill>
              <a:srgbClr val="FFFF00"/>
            </a:solidFill>
          </a:endParaRPr>
        </a:p>
      </dsp:txBody>
      <dsp:txXfrm>
        <a:off x="1910" y="3752537"/>
        <a:ext cx="3584153" cy="1792076"/>
      </dsp:txXfrm>
    </dsp:sp>
    <dsp:sp modelId="{EA0F9FD9-C645-BC4F-A835-63AA6E7AB376}">
      <dsp:nvSpPr>
        <dsp:cNvPr id="0" name=""/>
        <dsp:cNvSpPr/>
      </dsp:nvSpPr>
      <dsp:spPr>
        <a:xfrm>
          <a:off x="4338736" y="3752537"/>
          <a:ext cx="3584153" cy="179207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kern="1200" dirty="0" smtClean="0">
              <a:solidFill>
                <a:srgbClr val="FFFF00"/>
              </a:solidFill>
            </a:rPr>
            <a:t>юридический </a:t>
          </a:r>
          <a:br>
            <a:rPr lang="ru-RU" sz="4400" kern="1200" dirty="0" smtClean="0">
              <a:solidFill>
                <a:srgbClr val="FFFF00"/>
              </a:solidFill>
            </a:rPr>
          </a:br>
          <a:r>
            <a:rPr lang="ru-RU" sz="4400" kern="1200" dirty="0" smtClean="0">
              <a:solidFill>
                <a:srgbClr val="FFFF00"/>
              </a:solidFill>
            </a:rPr>
            <a:t>(от лат. </a:t>
          </a:r>
          <a:r>
            <a:rPr lang="ru-RU" sz="4400" kern="1200" dirty="0" err="1" smtClean="0">
              <a:solidFill>
                <a:srgbClr val="FFFF00"/>
              </a:solidFill>
            </a:rPr>
            <a:t>ius</a:t>
          </a:r>
          <a:r>
            <a:rPr lang="ru-RU" sz="4400" kern="1200" dirty="0" smtClean="0">
              <a:solidFill>
                <a:srgbClr val="FFFF00"/>
              </a:solidFill>
            </a:rPr>
            <a:t> — право)</a:t>
          </a:r>
          <a:endParaRPr lang="ru-RU" sz="4400" kern="1200" dirty="0">
            <a:solidFill>
              <a:srgbClr val="FFFF00"/>
            </a:solidFill>
          </a:endParaRPr>
        </a:p>
      </dsp:txBody>
      <dsp:txXfrm>
        <a:off x="4338736" y="3752537"/>
        <a:ext cx="3584153" cy="17920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3F1BF-B54D-0840-8A6E-AFE921CE2166}">
      <dsp:nvSpPr>
        <dsp:cNvPr id="0" name=""/>
        <dsp:cNvSpPr/>
      </dsp:nvSpPr>
      <dsp:spPr>
        <a:xfrm>
          <a:off x="0" y="937244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kern="1200" dirty="0" smtClean="0">
              <a:solidFill>
                <a:srgbClr val="FFFF00"/>
              </a:solidFill>
            </a:rPr>
            <a:t>Господство</a:t>
          </a:r>
          <a:endParaRPr lang="ru-RU" sz="3900" kern="1200" dirty="0">
            <a:solidFill>
              <a:srgbClr val="FFFF00"/>
            </a:solidFill>
          </a:endParaRPr>
        </a:p>
      </dsp:txBody>
      <dsp:txXfrm>
        <a:off x="0" y="937244"/>
        <a:ext cx="2857499" cy="1714500"/>
      </dsp:txXfrm>
    </dsp:sp>
    <dsp:sp modelId="{26DE0E51-4C37-1E42-93C7-64BC34BD3DE7}">
      <dsp:nvSpPr>
        <dsp:cNvPr id="0" name=""/>
        <dsp:cNvSpPr/>
      </dsp:nvSpPr>
      <dsp:spPr>
        <a:xfrm>
          <a:off x="3143250" y="937244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kern="1200" dirty="0" smtClean="0">
              <a:solidFill>
                <a:srgbClr val="FFFF00"/>
              </a:solidFill>
            </a:rPr>
            <a:t>Руководство</a:t>
          </a:r>
          <a:endParaRPr lang="ru-RU" sz="3900" kern="1200" dirty="0">
            <a:solidFill>
              <a:srgbClr val="FFFF00"/>
            </a:solidFill>
          </a:endParaRPr>
        </a:p>
      </dsp:txBody>
      <dsp:txXfrm>
        <a:off x="3143250" y="937244"/>
        <a:ext cx="2857499" cy="1714500"/>
      </dsp:txXfrm>
    </dsp:sp>
    <dsp:sp modelId="{E97F4D86-6923-6848-BA8B-977FC88C947A}">
      <dsp:nvSpPr>
        <dsp:cNvPr id="0" name=""/>
        <dsp:cNvSpPr/>
      </dsp:nvSpPr>
      <dsp:spPr>
        <a:xfrm>
          <a:off x="6286500" y="937244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kern="1200" dirty="0" smtClean="0">
              <a:solidFill>
                <a:srgbClr val="FFFF00"/>
              </a:solidFill>
            </a:rPr>
            <a:t>Управление</a:t>
          </a:r>
          <a:endParaRPr lang="ru-RU" sz="3900" kern="1200" dirty="0">
            <a:solidFill>
              <a:srgbClr val="FFFF00"/>
            </a:solidFill>
          </a:endParaRPr>
        </a:p>
      </dsp:txBody>
      <dsp:txXfrm>
        <a:off x="6286500" y="937244"/>
        <a:ext cx="2857499" cy="1714500"/>
      </dsp:txXfrm>
    </dsp:sp>
    <dsp:sp modelId="{250B1547-F042-C343-9101-9FD859EE6228}">
      <dsp:nvSpPr>
        <dsp:cNvPr id="0" name=""/>
        <dsp:cNvSpPr/>
      </dsp:nvSpPr>
      <dsp:spPr>
        <a:xfrm>
          <a:off x="0" y="2937495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kern="1200" dirty="0" smtClean="0">
              <a:solidFill>
                <a:srgbClr val="FFFF00"/>
              </a:solidFill>
            </a:rPr>
            <a:t>Координация</a:t>
          </a:r>
          <a:endParaRPr lang="ru-RU" sz="3900" kern="1200" dirty="0">
            <a:solidFill>
              <a:srgbClr val="FFFF00"/>
            </a:solidFill>
          </a:endParaRPr>
        </a:p>
      </dsp:txBody>
      <dsp:txXfrm>
        <a:off x="0" y="2937495"/>
        <a:ext cx="2857499" cy="1714500"/>
      </dsp:txXfrm>
    </dsp:sp>
    <dsp:sp modelId="{A633A820-821E-BD48-9B61-4668671D6D21}">
      <dsp:nvSpPr>
        <dsp:cNvPr id="0" name=""/>
        <dsp:cNvSpPr/>
      </dsp:nvSpPr>
      <dsp:spPr>
        <a:xfrm>
          <a:off x="3143250" y="2937494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kern="1200" dirty="0" smtClean="0">
              <a:solidFill>
                <a:srgbClr val="FFFF00"/>
              </a:solidFill>
            </a:rPr>
            <a:t>Организация</a:t>
          </a:r>
          <a:endParaRPr lang="ru-RU" sz="3900" kern="1200" dirty="0">
            <a:solidFill>
              <a:srgbClr val="FFFF00"/>
            </a:solidFill>
          </a:endParaRPr>
        </a:p>
      </dsp:txBody>
      <dsp:txXfrm>
        <a:off x="3143250" y="2937494"/>
        <a:ext cx="2857499" cy="1714500"/>
      </dsp:txXfrm>
    </dsp:sp>
    <dsp:sp modelId="{ADF03331-3D20-D444-B959-A8261C2AB144}">
      <dsp:nvSpPr>
        <dsp:cNvPr id="0" name=""/>
        <dsp:cNvSpPr/>
      </dsp:nvSpPr>
      <dsp:spPr>
        <a:xfrm>
          <a:off x="6286500" y="2937494"/>
          <a:ext cx="2857499" cy="17145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kern="1200" dirty="0" smtClean="0">
              <a:solidFill>
                <a:srgbClr val="FFFF00"/>
              </a:solidFill>
            </a:rPr>
            <a:t>Контроль</a:t>
          </a:r>
          <a:endParaRPr lang="ru-RU" sz="3900" kern="1200" dirty="0">
            <a:solidFill>
              <a:srgbClr val="FFFF00"/>
            </a:solidFill>
          </a:endParaRPr>
        </a:p>
      </dsp:txBody>
      <dsp:txXfrm>
        <a:off x="6286500" y="2937494"/>
        <a:ext cx="2857499" cy="1714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5C054-DA81-3742-9935-270ACF1A9D19}">
      <dsp:nvSpPr>
        <dsp:cNvPr id="0" name=""/>
        <dsp:cNvSpPr/>
      </dsp:nvSpPr>
      <dsp:spPr>
        <a:xfrm>
          <a:off x="415096" y="898076"/>
          <a:ext cx="7399406" cy="67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b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Власть как отношение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415096" y="898076"/>
        <a:ext cx="7399406" cy="672673"/>
      </dsp:txXfrm>
    </dsp:sp>
    <dsp:sp modelId="{4705414E-D9BD-7B44-9EC5-53D4FD7D7466}">
      <dsp:nvSpPr>
        <dsp:cNvPr id="0" name=""/>
        <dsp:cNvSpPr/>
      </dsp:nvSpPr>
      <dsp:spPr>
        <a:xfrm>
          <a:off x="415096" y="157075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89338B-1C7B-C14D-9665-82584F5A4517}">
      <dsp:nvSpPr>
        <dsp:cNvPr id="0" name=""/>
        <dsp:cNvSpPr/>
      </dsp:nvSpPr>
      <dsp:spPr>
        <a:xfrm>
          <a:off x="1459235" y="157075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17A044-665B-ED4A-9774-35F4EAD75463}">
      <dsp:nvSpPr>
        <dsp:cNvPr id="0" name=""/>
        <dsp:cNvSpPr/>
      </dsp:nvSpPr>
      <dsp:spPr>
        <a:xfrm>
          <a:off x="2503373" y="157075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813798-D69A-524E-9600-182FBA0FA179}">
      <dsp:nvSpPr>
        <dsp:cNvPr id="0" name=""/>
        <dsp:cNvSpPr/>
      </dsp:nvSpPr>
      <dsp:spPr>
        <a:xfrm>
          <a:off x="3547512" y="157075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582AAA-AA18-7744-A80A-D2B487C2351D}">
      <dsp:nvSpPr>
        <dsp:cNvPr id="0" name=""/>
        <dsp:cNvSpPr/>
      </dsp:nvSpPr>
      <dsp:spPr>
        <a:xfrm>
          <a:off x="4591650" y="157075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818D7C-A79E-9744-909B-50A4F4A44D98}">
      <dsp:nvSpPr>
        <dsp:cNvPr id="0" name=""/>
        <dsp:cNvSpPr/>
      </dsp:nvSpPr>
      <dsp:spPr>
        <a:xfrm>
          <a:off x="5635789" y="157075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720944-6A9D-A742-9ACD-7A6860AC26A9}">
      <dsp:nvSpPr>
        <dsp:cNvPr id="0" name=""/>
        <dsp:cNvSpPr/>
      </dsp:nvSpPr>
      <dsp:spPr>
        <a:xfrm>
          <a:off x="6679927" y="157075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FCC94A-7C26-2340-A2F4-953AE23A9B64}">
      <dsp:nvSpPr>
        <dsp:cNvPr id="0" name=""/>
        <dsp:cNvSpPr/>
      </dsp:nvSpPr>
      <dsp:spPr>
        <a:xfrm>
          <a:off x="415096" y="1844526"/>
          <a:ext cx="7399406" cy="67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b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Власть и интенция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415096" y="1844526"/>
        <a:ext cx="7399406" cy="672673"/>
      </dsp:txXfrm>
    </dsp:sp>
    <dsp:sp modelId="{9002040E-83AB-C445-9E73-56C7C2D5538C}">
      <dsp:nvSpPr>
        <dsp:cNvPr id="0" name=""/>
        <dsp:cNvSpPr/>
      </dsp:nvSpPr>
      <dsp:spPr>
        <a:xfrm>
          <a:off x="415096" y="251720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E9A68F-A2AA-1740-BDF6-5C29DF1545DD}">
      <dsp:nvSpPr>
        <dsp:cNvPr id="0" name=""/>
        <dsp:cNvSpPr/>
      </dsp:nvSpPr>
      <dsp:spPr>
        <a:xfrm>
          <a:off x="1459235" y="251720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2986C2-3BAC-F541-AB3D-C91B15A972AE}">
      <dsp:nvSpPr>
        <dsp:cNvPr id="0" name=""/>
        <dsp:cNvSpPr/>
      </dsp:nvSpPr>
      <dsp:spPr>
        <a:xfrm>
          <a:off x="2503373" y="251720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CB6BD9-7ECA-AA42-873E-B61E0489D819}">
      <dsp:nvSpPr>
        <dsp:cNvPr id="0" name=""/>
        <dsp:cNvSpPr/>
      </dsp:nvSpPr>
      <dsp:spPr>
        <a:xfrm>
          <a:off x="3547512" y="251720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361E07-271C-A242-A455-23915EBFF1C3}">
      <dsp:nvSpPr>
        <dsp:cNvPr id="0" name=""/>
        <dsp:cNvSpPr/>
      </dsp:nvSpPr>
      <dsp:spPr>
        <a:xfrm>
          <a:off x="4591650" y="251720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EC1B32-09FB-5E43-AE6B-6D599CFDDF70}">
      <dsp:nvSpPr>
        <dsp:cNvPr id="0" name=""/>
        <dsp:cNvSpPr/>
      </dsp:nvSpPr>
      <dsp:spPr>
        <a:xfrm>
          <a:off x="5635789" y="251720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4D9577-C81C-9B4D-8640-BE8CEDF3DD6F}">
      <dsp:nvSpPr>
        <dsp:cNvPr id="0" name=""/>
        <dsp:cNvSpPr/>
      </dsp:nvSpPr>
      <dsp:spPr>
        <a:xfrm>
          <a:off x="6679927" y="2517200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6B8354-09E4-384D-A51F-E7128683DF65}">
      <dsp:nvSpPr>
        <dsp:cNvPr id="0" name=""/>
        <dsp:cNvSpPr/>
      </dsp:nvSpPr>
      <dsp:spPr>
        <a:xfrm>
          <a:off x="415096" y="2790976"/>
          <a:ext cx="7399406" cy="67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b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err="1" smtClean="0">
              <a:solidFill>
                <a:srgbClr val="FFFF00"/>
              </a:solidFill>
            </a:rPr>
            <a:t>Субстанционная</a:t>
          </a:r>
          <a:r>
            <a:rPr lang="ru-RU" sz="3600" kern="1200" dirty="0" smtClean="0">
              <a:solidFill>
                <a:srgbClr val="FFFF00"/>
              </a:solidFill>
            </a:rPr>
            <a:t> теория власти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415096" y="2790976"/>
        <a:ext cx="7399406" cy="672673"/>
      </dsp:txXfrm>
    </dsp:sp>
    <dsp:sp modelId="{E183D725-1BE0-C544-A13D-A5768B19C2DB}">
      <dsp:nvSpPr>
        <dsp:cNvPr id="0" name=""/>
        <dsp:cNvSpPr/>
      </dsp:nvSpPr>
      <dsp:spPr>
        <a:xfrm>
          <a:off x="415096" y="346364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89E10A-564B-9E4B-B1F2-1AD89EF0C371}">
      <dsp:nvSpPr>
        <dsp:cNvPr id="0" name=""/>
        <dsp:cNvSpPr/>
      </dsp:nvSpPr>
      <dsp:spPr>
        <a:xfrm>
          <a:off x="1459235" y="346364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3F2A96-C3F3-4344-8EA2-983E9EDB01E9}">
      <dsp:nvSpPr>
        <dsp:cNvPr id="0" name=""/>
        <dsp:cNvSpPr/>
      </dsp:nvSpPr>
      <dsp:spPr>
        <a:xfrm>
          <a:off x="2503373" y="346364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7D6E2B-4C51-F448-844B-EE508A55F1C2}">
      <dsp:nvSpPr>
        <dsp:cNvPr id="0" name=""/>
        <dsp:cNvSpPr/>
      </dsp:nvSpPr>
      <dsp:spPr>
        <a:xfrm>
          <a:off x="3547512" y="346364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4D52E6-EF61-7341-9B1B-1F31FFF5BB77}">
      <dsp:nvSpPr>
        <dsp:cNvPr id="0" name=""/>
        <dsp:cNvSpPr/>
      </dsp:nvSpPr>
      <dsp:spPr>
        <a:xfrm>
          <a:off x="4591650" y="346364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6B1A24-73DE-3C48-8B6C-EB2523380C79}">
      <dsp:nvSpPr>
        <dsp:cNvPr id="0" name=""/>
        <dsp:cNvSpPr/>
      </dsp:nvSpPr>
      <dsp:spPr>
        <a:xfrm>
          <a:off x="5635789" y="346364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7F6577-4745-6D45-B46B-F98245E3A307}">
      <dsp:nvSpPr>
        <dsp:cNvPr id="0" name=""/>
        <dsp:cNvSpPr/>
      </dsp:nvSpPr>
      <dsp:spPr>
        <a:xfrm>
          <a:off x="6679927" y="346364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321584-D673-DE4A-96DA-2BFA0EAA913F}">
      <dsp:nvSpPr>
        <dsp:cNvPr id="0" name=""/>
        <dsp:cNvSpPr/>
      </dsp:nvSpPr>
      <dsp:spPr>
        <a:xfrm>
          <a:off x="415096" y="3737426"/>
          <a:ext cx="7399406" cy="672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b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Субъективистская теория власти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415096" y="3737426"/>
        <a:ext cx="7399406" cy="672673"/>
      </dsp:txXfrm>
    </dsp:sp>
    <dsp:sp modelId="{B4A6E2D2-ACA3-2E44-9842-C0727B73E50A}">
      <dsp:nvSpPr>
        <dsp:cNvPr id="0" name=""/>
        <dsp:cNvSpPr/>
      </dsp:nvSpPr>
      <dsp:spPr>
        <a:xfrm>
          <a:off x="415096" y="441009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E92172-4EF6-9049-9217-B93FC1D19CE2}">
      <dsp:nvSpPr>
        <dsp:cNvPr id="0" name=""/>
        <dsp:cNvSpPr/>
      </dsp:nvSpPr>
      <dsp:spPr>
        <a:xfrm>
          <a:off x="1459235" y="441009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ADD5C3-D0DE-344D-B1E3-409E221EFD24}">
      <dsp:nvSpPr>
        <dsp:cNvPr id="0" name=""/>
        <dsp:cNvSpPr/>
      </dsp:nvSpPr>
      <dsp:spPr>
        <a:xfrm>
          <a:off x="2503373" y="441009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200E17-2B0D-EA47-804E-724494CD02A6}">
      <dsp:nvSpPr>
        <dsp:cNvPr id="0" name=""/>
        <dsp:cNvSpPr/>
      </dsp:nvSpPr>
      <dsp:spPr>
        <a:xfrm>
          <a:off x="3547512" y="441009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D3B29F-FDAD-DD43-BE1A-2DDEF09D52BB}">
      <dsp:nvSpPr>
        <dsp:cNvPr id="0" name=""/>
        <dsp:cNvSpPr/>
      </dsp:nvSpPr>
      <dsp:spPr>
        <a:xfrm>
          <a:off x="4591650" y="441009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31FB26-DBDD-D744-93F6-DF6A4FA0893E}">
      <dsp:nvSpPr>
        <dsp:cNvPr id="0" name=""/>
        <dsp:cNvSpPr/>
      </dsp:nvSpPr>
      <dsp:spPr>
        <a:xfrm>
          <a:off x="5635789" y="441009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99E7BF-71BA-1A4D-B23B-B85F981627EB}">
      <dsp:nvSpPr>
        <dsp:cNvPr id="0" name=""/>
        <dsp:cNvSpPr/>
      </dsp:nvSpPr>
      <dsp:spPr>
        <a:xfrm>
          <a:off x="6679927" y="4410099"/>
          <a:ext cx="986587" cy="164431"/>
        </a:xfrm>
        <a:prstGeom prst="parallelogram">
          <a:avLst>
            <a:gd name="adj" fmla="val 1408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34D51-E838-5D42-AB8C-4642AD252634}">
      <dsp:nvSpPr>
        <dsp:cNvPr id="0" name=""/>
        <dsp:cNvSpPr/>
      </dsp:nvSpPr>
      <dsp:spPr>
        <a:xfrm rot="16200000">
          <a:off x="253" y="580925"/>
          <a:ext cx="2902148" cy="2902148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ВЛАСТЬ</a:t>
          </a:r>
          <a:endParaRPr lang="ru-RU" sz="3600" kern="1200" dirty="0"/>
        </a:p>
      </dsp:txBody>
      <dsp:txXfrm rot="5400000">
        <a:off x="508129" y="1306462"/>
        <a:ext cx="2394272" cy="1451074"/>
      </dsp:txXfrm>
    </dsp:sp>
    <dsp:sp modelId="{B76DF921-ED88-7946-B717-FA86904D3E9B}">
      <dsp:nvSpPr>
        <dsp:cNvPr id="0" name=""/>
        <dsp:cNvSpPr/>
      </dsp:nvSpPr>
      <dsp:spPr>
        <a:xfrm rot="5400000">
          <a:off x="3193598" y="580925"/>
          <a:ext cx="2902148" cy="2902148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СВОБОДА</a:t>
          </a:r>
          <a:endParaRPr lang="ru-RU" sz="3600" kern="1200" dirty="0"/>
        </a:p>
      </dsp:txBody>
      <dsp:txXfrm rot="-5400000">
        <a:off x="3193598" y="1306462"/>
        <a:ext cx="2394272" cy="14510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CF1FB8-EC0B-B341-A1B6-90A72B630BC6}">
      <dsp:nvSpPr>
        <dsp:cNvPr id="0" name=""/>
        <dsp:cNvSpPr/>
      </dsp:nvSpPr>
      <dsp:spPr>
        <a:xfrm>
          <a:off x="196652" y="1909"/>
          <a:ext cx="5648509" cy="184844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Легальность в использовании силы и других средств властвования</a:t>
          </a:r>
          <a:endParaRPr lang="ru-RU" sz="3700" kern="1200" dirty="0"/>
        </a:p>
      </dsp:txBody>
      <dsp:txXfrm>
        <a:off x="196652" y="1909"/>
        <a:ext cx="5648509" cy="1848445"/>
      </dsp:txXfrm>
    </dsp:sp>
    <dsp:sp modelId="{62D208A6-EA3E-724B-9ACE-1DD59CD9C7F0}">
      <dsp:nvSpPr>
        <dsp:cNvPr id="0" name=""/>
        <dsp:cNvSpPr/>
      </dsp:nvSpPr>
      <dsp:spPr>
        <a:xfrm>
          <a:off x="6153237" y="1909"/>
          <a:ext cx="2794109" cy="184844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Верховенство</a:t>
          </a:r>
          <a:endParaRPr lang="ru-RU" sz="3700" kern="1200" dirty="0"/>
        </a:p>
      </dsp:txBody>
      <dsp:txXfrm>
        <a:off x="6153237" y="1909"/>
        <a:ext cx="2794109" cy="1848445"/>
      </dsp:txXfrm>
    </dsp:sp>
    <dsp:sp modelId="{C1A81A9C-094A-6843-824E-06E12C408C6D}">
      <dsp:nvSpPr>
        <dsp:cNvPr id="0" name=""/>
        <dsp:cNvSpPr/>
      </dsp:nvSpPr>
      <dsp:spPr>
        <a:xfrm>
          <a:off x="81048" y="2158429"/>
          <a:ext cx="3606347" cy="18484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Публичность</a:t>
          </a:r>
          <a:endParaRPr lang="ru-RU" sz="3700" kern="1200" dirty="0"/>
        </a:p>
      </dsp:txBody>
      <dsp:txXfrm>
        <a:off x="81048" y="2158429"/>
        <a:ext cx="3606347" cy="1848445"/>
      </dsp:txXfrm>
    </dsp:sp>
    <dsp:sp modelId="{40A2423D-3E20-7043-A3CC-42301DA0BE3E}">
      <dsp:nvSpPr>
        <dsp:cNvPr id="0" name=""/>
        <dsp:cNvSpPr/>
      </dsp:nvSpPr>
      <dsp:spPr>
        <a:xfrm>
          <a:off x="3995469" y="2158429"/>
          <a:ext cx="5067482" cy="18484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err="1" smtClean="0"/>
            <a:t>Моноцентричность</a:t>
          </a:r>
          <a:endParaRPr lang="ru-RU" sz="3700" kern="1200" dirty="0"/>
        </a:p>
      </dsp:txBody>
      <dsp:txXfrm>
        <a:off x="3995469" y="2158429"/>
        <a:ext cx="5067482" cy="1848445"/>
      </dsp:txXfrm>
    </dsp:sp>
    <dsp:sp modelId="{BFC597CF-ACBC-A749-93FE-7D37F64DBEF6}">
      <dsp:nvSpPr>
        <dsp:cNvPr id="0" name=""/>
        <dsp:cNvSpPr/>
      </dsp:nvSpPr>
      <dsp:spPr>
        <a:xfrm>
          <a:off x="1706971" y="4314948"/>
          <a:ext cx="5730057" cy="184844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Многообразие ресурсов</a:t>
          </a:r>
          <a:endParaRPr lang="ru-RU" sz="3700" kern="1200" dirty="0"/>
        </a:p>
      </dsp:txBody>
      <dsp:txXfrm>
        <a:off x="1706971" y="4314948"/>
        <a:ext cx="5730057" cy="184844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C78841-210A-DC48-8418-1E21E6A6E21F}">
      <dsp:nvSpPr>
        <dsp:cNvPr id="0" name=""/>
        <dsp:cNvSpPr/>
      </dsp:nvSpPr>
      <dsp:spPr>
        <a:xfrm>
          <a:off x="3741092" y="2873321"/>
          <a:ext cx="747414" cy="1606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707" y="0"/>
              </a:lnTo>
              <a:lnTo>
                <a:pt x="373707" y="1606941"/>
              </a:lnTo>
              <a:lnTo>
                <a:pt x="747414" y="160694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E46C3C-CC26-2F44-8465-F1FF7F44E42A}">
      <dsp:nvSpPr>
        <dsp:cNvPr id="0" name=""/>
        <dsp:cNvSpPr/>
      </dsp:nvSpPr>
      <dsp:spPr>
        <a:xfrm>
          <a:off x="3741092" y="2827601"/>
          <a:ext cx="7474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47414" y="4572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B0F8AC-E6E5-124B-946E-8D311B137D63}">
      <dsp:nvSpPr>
        <dsp:cNvPr id="0" name=""/>
        <dsp:cNvSpPr/>
      </dsp:nvSpPr>
      <dsp:spPr>
        <a:xfrm>
          <a:off x="3741092" y="1266379"/>
          <a:ext cx="747414" cy="1606941"/>
        </a:xfrm>
        <a:custGeom>
          <a:avLst/>
          <a:gdLst/>
          <a:ahLst/>
          <a:cxnLst/>
          <a:rect l="0" t="0" r="0" b="0"/>
          <a:pathLst>
            <a:path>
              <a:moveTo>
                <a:pt x="0" y="1606941"/>
              </a:moveTo>
              <a:lnTo>
                <a:pt x="373707" y="1606941"/>
              </a:lnTo>
              <a:lnTo>
                <a:pt x="373707" y="0"/>
              </a:lnTo>
              <a:lnTo>
                <a:pt x="747414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969628-7DE9-6D4F-B41B-FA7DCE562DE9}">
      <dsp:nvSpPr>
        <dsp:cNvPr id="0" name=""/>
        <dsp:cNvSpPr/>
      </dsp:nvSpPr>
      <dsp:spPr>
        <a:xfrm>
          <a:off x="4018" y="2303417"/>
          <a:ext cx="3737074" cy="11398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kern="1200" dirty="0" smtClean="0">
              <a:solidFill>
                <a:srgbClr val="FFFF00"/>
              </a:solidFill>
            </a:rPr>
            <a:t>Ресурсы власти</a:t>
          </a:r>
          <a:endParaRPr lang="ru-RU" sz="4400" kern="1200" dirty="0">
            <a:solidFill>
              <a:srgbClr val="FFFF00"/>
            </a:solidFill>
          </a:endParaRPr>
        </a:p>
      </dsp:txBody>
      <dsp:txXfrm>
        <a:off x="4018" y="2303417"/>
        <a:ext cx="3737074" cy="1139807"/>
      </dsp:txXfrm>
    </dsp:sp>
    <dsp:sp modelId="{CD7A6BBA-7FC4-5B44-8969-7F02D8181560}">
      <dsp:nvSpPr>
        <dsp:cNvPr id="0" name=""/>
        <dsp:cNvSpPr/>
      </dsp:nvSpPr>
      <dsp:spPr>
        <a:xfrm>
          <a:off x="4488507" y="696475"/>
          <a:ext cx="3737074" cy="11398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kern="1200" dirty="0" smtClean="0">
              <a:solidFill>
                <a:srgbClr val="FFFF00"/>
              </a:solidFill>
            </a:rPr>
            <a:t>Утилитарные</a:t>
          </a:r>
          <a:endParaRPr lang="ru-RU" sz="4400" kern="1200" dirty="0">
            <a:solidFill>
              <a:srgbClr val="FFFF00"/>
            </a:solidFill>
          </a:endParaRPr>
        </a:p>
      </dsp:txBody>
      <dsp:txXfrm>
        <a:off x="4488507" y="696475"/>
        <a:ext cx="3737074" cy="1139807"/>
      </dsp:txXfrm>
    </dsp:sp>
    <dsp:sp modelId="{7EDD44B5-2DE0-1B4B-B28A-DD16FE089D74}">
      <dsp:nvSpPr>
        <dsp:cNvPr id="0" name=""/>
        <dsp:cNvSpPr/>
      </dsp:nvSpPr>
      <dsp:spPr>
        <a:xfrm>
          <a:off x="4488507" y="2303417"/>
          <a:ext cx="3737074" cy="11398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kern="1200" dirty="0" smtClean="0">
              <a:solidFill>
                <a:srgbClr val="FFFF00"/>
              </a:solidFill>
            </a:rPr>
            <a:t>Принудительные</a:t>
          </a:r>
          <a:endParaRPr lang="ru-RU" sz="4400" kern="1200" dirty="0">
            <a:solidFill>
              <a:srgbClr val="FFFF00"/>
            </a:solidFill>
          </a:endParaRPr>
        </a:p>
      </dsp:txBody>
      <dsp:txXfrm>
        <a:off x="4488507" y="2303417"/>
        <a:ext cx="3737074" cy="1139807"/>
      </dsp:txXfrm>
    </dsp:sp>
    <dsp:sp modelId="{401C41A1-47D0-F94C-86B8-6362769A4E30}">
      <dsp:nvSpPr>
        <dsp:cNvPr id="0" name=""/>
        <dsp:cNvSpPr/>
      </dsp:nvSpPr>
      <dsp:spPr>
        <a:xfrm>
          <a:off x="4488507" y="3910359"/>
          <a:ext cx="3737074" cy="11398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400" kern="1200" dirty="0" smtClean="0">
              <a:solidFill>
                <a:srgbClr val="FFFF00"/>
              </a:solidFill>
            </a:rPr>
            <a:t>Нормативные</a:t>
          </a:r>
          <a:endParaRPr lang="ru-RU" sz="4400" kern="1200" dirty="0">
            <a:solidFill>
              <a:srgbClr val="FFFF00"/>
            </a:solidFill>
          </a:endParaRPr>
        </a:p>
      </dsp:txBody>
      <dsp:txXfrm>
        <a:off x="4488507" y="3910359"/>
        <a:ext cx="3737074" cy="11398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0BC4A-4F4C-384B-9992-880BD17E6898}">
      <dsp:nvSpPr>
        <dsp:cNvPr id="0" name=""/>
        <dsp:cNvSpPr/>
      </dsp:nvSpPr>
      <dsp:spPr>
        <a:xfrm>
          <a:off x="0" y="595"/>
          <a:ext cx="9144000" cy="284364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>
              <a:solidFill>
                <a:srgbClr val="FFFF00"/>
              </a:solidFill>
            </a:rPr>
            <a:t>Соответствие политической власти основным ценностям большинства общества и его устремлениям </a:t>
          </a:r>
          <a:r>
            <a:rPr lang="ru-RU" sz="3700" kern="1200" dirty="0" smtClean="0"/>
            <a:t/>
          </a:r>
          <a:br>
            <a:rPr lang="ru-RU" sz="3700" kern="1200" dirty="0" smtClean="0"/>
          </a:br>
          <a:r>
            <a:rPr lang="ru-RU" sz="2800" kern="1200" dirty="0" smtClean="0"/>
            <a:t>(</a:t>
          </a:r>
          <a:r>
            <a:rPr lang="ru-RU" sz="2800" kern="1200" dirty="0" smtClean="0"/>
            <a:t>Категории политической науки. – М.: МГИМО; РОССПЭН, 2002)</a:t>
          </a:r>
          <a:endParaRPr lang="ru-RU" sz="2800" kern="1200" dirty="0"/>
        </a:p>
      </dsp:txBody>
      <dsp:txXfrm>
        <a:off x="138815" y="139410"/>
        <a:ext cx="8866370" cy="2566018"/>
      </dsp:txXfrm>
    </dsp:sp>
    <dsp:sp modelId="{3E03BE14-03E1-4D49-BC74-602B6098BB69}">
      <dsp:nvSpPr>
        <dsp:cNvPr id="0" name=""/>
        <dsp:cNvSpPr/>
      </dsp:nvSpPr>
      <dsp:spPr>
        <a:xfrm>
          <a:off x="0" y="2858587"/>
          <a:ext cx="9144000" cy="284364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Политико-социологическое определение, означающее доверие и веру в правомерность политической </a:t>
          </a:r>
          <a:r>
            <a:rPr lang="ru-RU" sz="3600" kern="1200" dirty="0" smtClean="0">
              <a:solidFill>
                <a:srgbClr val="FFFF00"/>
              </a:solidFill>
            </a:rPr>
            <a:t>власти</a:t>
          </a:r>
          <a:r>
            <a:rPr lang="ru-RU" sz="3600" kern="1200" dirty="0" smtClean="0"/>
            <a:t/>
          </a:r>
          <a:br>
            <a:rPr lang="ru-RU" sz="3600" kern="1200" dirty="0" smtClean="0"/>
          </a:br>
          <a:r>
            <a:rPr lang="ru-RU" sz="2800" kern="1200" dirty="0" smtClean="0"/>
            <a:t> </a:t>
          </a:r>
          <a:r>
            <a:rPr lang="ru-RU" sz="2800" kern="1200" dirty="0" smtClean="0"/>
            <a:t>(</a:t>
          </a:r>
          <a:r>
            <a:rPr lang="ru-RU" sz="2800" kern="1200" dirty="0" err="1" smtClean="0"/>
            <a:t>Политлексикон</a:t>
          </a:r>
          <a:r>
            <a:rPr lang="ru-RU" sz="2800" kern="1200" dirty="0" smtClean="0"/>
            <a:t>: понятия, факты, взаимосвязи. – М.: РОССПЭН, 2013)</a:t>
          </a:r>
          <a:endParaRPr lang="ru-RU" sz="2800" kern="1200" dirty="0"/>
        </a:p>
      </dsp:txBody>
      <dsp:txXfrm>
        <a:off x="138815" y="2997402"/>
        <a:ext cx="8866370" cy="256601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BF791-3463-F649-83FE-6D65B251877E}">
      <dsp:nvSpPr>
        <dsp:cNvPr id="0" name=""/>
        <dsp:cNvSpPr/>
      </dsp:nvSpPr>
      <dsp:spPr>
        <a:xfrm>
          <a:off x="0" y="1681"/>
          <a:ext cx="9144000" cy="10648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>
              <a:solidFill>
                <a:srgbClr val="FFFF00"/>
              </a:solidFill>
            </a:rPr>
            <a:t>Государственные политические институты</a:t>
          </a:r>
          <a:endParaRPr lang="ru-RU" sz="3200" kern="1200" dirty="0">
            <a:solidFill>
              <a:srgbClr val="FFFF00"/>
            </a:solidFill>
          </a:endParaRPr>
        </a:p>
      </dsp:txBody>
      <dsp:txXfrm>
        <a:off x="51983" y="53664"/>
        <a:ext cx="9040034" cy="960919"/>
      </dsp:txXfrm>
    </dsp:sp>
    <dsp:sp modelId="{466FC49D-2063-8A43-91B5-3C9F2525D6F5}">
      <dsp:nvSpPr>
        <dsp:cNvPr id="0" name=""/>
        <dsp:cNvSpPr/>
      </dsp:nvSpPr>
      <dsp:spPr>
        <a:xfrm>
          <a:off x="0" y="1078787"/>
          <a:ext cx="9144000" cy="10648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>
              <a:solidFill>
                <a:srgbClr val="FFFF00"/>
              </a:solidFill>
            </a:rPr>
            <a:t>Институты гражданского общества</a:t>
          </a:r>
          <a:endParaRPr lang="ru-RU" sz="3200" kern="1200" dirty="0">
            <a:solidFill>
              <a:srgbClr val="FFFF00"/>
            </a:solidFill>
          </a:endParaRPr>
        </a:p>
      </dsp:txBody>
      <dsp:txXfrm>
        <a:off x="51983" y="1130770"/>
        <a:ext cx="9040034" cy="960919"/>
      </dsp:txXfrm>
    </dsp:sp>
    <dsp:sp modelId="{A1902E18-D221-D04F-93B2-3FD62C3CB2AA}">
      <dsp:nvSpPr>
        <dsp:cNvPr id="0" name=""/>
        <dsp:cNvSpPr/>
      </dsp:nvSpPr>
      <dsp:spPr>
        <a:xfrm>
          <a:off x="0" y="2155893"/>
          <a:ext cx="9144000" cy="10648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>
              <a:solidFill>
                <a:srgbClr val="FFFF00"/>
              </a:solidFill>
            </a:rPr>
            <a:t>Законодательная базу </a:t>
          </a:r>
          <a:endParaRPr lang="ru-RU" sz="3200" kern="1200" dirty="0">
            <a:solidFill>
              <a:srgbClr val="FFFF00"/>
            </a:solidFill>
          </a:endParaRPr>
        </a:p>
      </dsp:txBody>
      <dsp:txXfrm>
        <a:off x="51983" y="2207876"/>
        <a:ext cx="9040034" cy="960919"/>
      </dsp:txXfrm>
    </dsp:sp>
    <dsp:sp modelId="{4F599C70-96E9-B748-862B-D56BDDA8F67F}">
      <dsp:nvSpPr>
        <dsp:cNvPr id="0" name=""/>
        <dsp:cNvSpPr/>
      </dsp:nvSpPr>
      <dsp:spPr>
        <a:xfrm>
          <a:off x="0" y="3232999"/>
          <a:ext cx="9144000" cy="10648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>
              <a:solidFill>
                <a:srgbClr val="FFFF00"/>
              </a:solidFill>
            </a:rPr>
            <a:t>Способы, методы реализации субъектами политики своих интересов</a:t>
          </a:r>
          <a:endParaRPr lang="ru-RU" sz="3200" kern="1200" dirty="0">
            <a:solidFill>
              <a:srgbClr val="FFFF00"/>
            </a:solidFill>
          </a:endParaRPr>
        </a:p>
      </dsp:txBody>
      <dsp:txXfrm>
        <a:off x="51983" y="3284982"/>
        <a:ext cx="9040034" cy="960919"/>
      </dsp:txXfrm>
    </dsp:sp>
    <dsp:sp modelId="{33C9FCC5-3849-CE4C-8447-27B9724DD6BC}">
      <dsp:nvSpPr>
        <dsp:cNvPr id="0" name=""/>
        <dsp:cNvSpPr/>
      </dsp:nvSpPr>
      <dsp:spPr>
        <a:xfrm>
          <a:off x="0" y="4310105"/>
          <a:ext cx="9144000" cy="106488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>
              <a:solidFill>
                <a:srgbClr val="FFFF00"/>
              </a:solidFill>
            </a:rPr>
            <a:t>Ресурсы</a:t>
          </a:r>
          <a:endParaRPr lang="ru-RU" sz="3200" kern="1200" dirty="0">
            <a:solidFill>
              <a:srgbClr val="FFFF00"/>
            </a:solidFill>
          </a:endParaRPr>
        </a:p>
      </dsp:txBody>
      <dsp:txXfrm>
        <a:off x="51983" y="4362088"/>
        <a:ext cx="9040034" cy="96091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2C759-6F4B-AA4F-8E6E-FA48A2CA0FDB}">
      <dsp:nvSpPr>
        <dsp:cNvPr id="0" name=""/>
        <dsp:cNvSpPr/>
      </dsp:nvSpPr>
      <dsp:spPr>
        <a:xfrm>
          <a:off x="0" y="67175"/>
          <a:ext cx="8229600" cy="8634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Институты законодательной власти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42151" y="109326"/>
        <a:ext cx="8145298" cy="779158"/>
      </dsp:txXfrm>
    </dsp:sp>
    <dsp:sp modelId="{35A1E474-3C3A-1C4D-85F5-53D9947F888E}">
      <dsp:nvSpPr>
        <dsp:cNvPr id="0" name=""/>
        <dsp:cNvSpPr/>
      </dsp:nvSpPr>
      <dsp:spPr>
        <a:xfrm>
          <a:off x="0" y="930636"/>
          <a:ext cx="8229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5720" rIns="256032" bIns="4572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ru-RU" sz="2800" kern="1200" dirty="0">
            <a:solidFill>
              <a:srgbClr val="FFFF00"/>
            </a:solidFill>
          </a:endParaRPr>
        </a:p>
      </dsp:txBody>
      <dsp:txXfrm>
        <a:off x="0" y="930636"/>
        <a:ext cx="8229600" cy="596160"/>
      </dsp:txXfrm>
    </dsp:sp>
    <dsp:sp modelId="{DCD3142E-BC33-E742-809F-745C8A6E5A72}">
      <dsp:nvSpPr>
        <dsp:cNvPr id="0" name=""/>
        <dsp:cNvSpPr/>
      </dsp:nvSpPr>
      <dsp:spPr>
        <a:xfrm>
          <a:off x="0" y="1526796"/>
          <a:ext cx="8229600" cy="8634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Институты исполнительной власти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42151" y="1568947"/>
        <a:ext cx="8145298" cy="779158"/>
      </dsp:txXfrm>
    </dsp:sp>
    <dsp:sp modelId="{404642D8-DD91-5940-8A79-8AEDE6080DC3}">
      <dsp:nvSpPr>
        <dsp:cNvPr id="0" name=""/>
        <dsp:cNvSpPr/>
      </dsp:nvSpPr>
      <dsp:spPr>
        <a:xfrm>
          <a:off x="0" y="2390256"/>
          <a:ext cx="8229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5720" rIns="256032" bIns="4572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ru-RU" sz="2800" kern="1200" dirty="0">
            <a:solidFill>
              <a:srgbClr val="FFFF00"/>
            </a:solidFill>
          </a:endParaRPr>
        </a:p>
      </dsp:txBody>
      <dsp:txXfrm>
        <a:off x="0" y="2390256"/>
        <a:ext cx="8229600" cy="596160"/>
      </dsp:txXfrm>
    </dsp:sp>
    <dsp:sp modelId="{77D12812-2AD2-1747-9E38-AB92F122BAB9}">
      <dsp:nvSpPr>
        <dsp:cNvPr id="0" name=""/>
        <dsp:cNvSpPr/>
      </dsp:nvSpPr>
      <dsp:spPr>
        <a:xfrm>
          <a:off x="0" y="2986416"/>
          <a:ext cx="8229600" cy="8634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Институты судебной власти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42151" y="3028567"/>
        <a:ext cx="8145298" cy="779158"/>
      </dsp:txXfrm>
    </dsp:sp>
    <dsp:sp modelId="{F3CBB175-FF6C-6D48-82B2-80A39DACA2C9}">
      <dsp:nvSpPr>
        <dsp:cNvPr id="0" name=""/>
        <dsp:cNvSpPr/>
      </dsp:nvSpPr>
      <dsp:spPr>
        <a:xfrm>
          <a:off x="0" y="3849876"/>
          <a:ext cx="822960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5720" rIns="256032" bIns="4572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ru-RU" sz="2800" kern="1200" dirty="0">
            <a:solidFill>
              <a:srgbClr val="FFFF00"/>
            </a:solidFill>
          </a:endParaRPr>
        </a:p>
      </dsp:txBody>
      <dsp:txXfrm>
        <a:off x="0" y="3849876"/>
        <a:ext cx="8229600" cy="596160"/>
      </dsp:txXfrm>
    </dsp:sp>
    <dsp:sp modelId="{503D6D73-3EE1-0B48-964C-C9CDF0CF6543}">
      <dsp:nvSpPr>
        <dsp:cNvPr id="0" name=""/>
        <dsp:cNvSpPr/>
      </dsp:nvSpPr>
      <dsp:spPr>
        <a:xfrm>
          <a:off x="0" y="4446036"/>
          <a:ext cx="8229600" cy="8634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>
              <a:solidFill>
                <a:srgbClr val="FFFF00"/>
              </a:solidFill>
            </a:rPr>
            <a:t>Институты принуждения </a:t>
          </a:r>
          <a:endParaRPr lang="ru-RU" sz="3600" kern="1200" dirty="0">
            <a:solidFill>
              <a:srgbClr val="FFFF00"/>
            </a:solidFill>
          </a:endParaRPr>
        </a:p>
      </dsp:txBody>
      <dsp:txXfrm>
        <a:off x="42151" y="4488187"/>
        <a:ext cx="8145298" cy="77915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ABC32-858F-134F-BDAE-F20A1AE6E6F0}">
      <dsp:nvSpPr>
        <dsp:cNvPr id="0" name=""/>
        <dsp:cNvSpPr/>
      </dsp:nvSpPr>
      <dsp:spPr>
        <a:xfrm>
          <a:off x="931777" y="399344"/>
          <a:ext cx="6642830" cy="207588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066" tIns="179070" rIns="179070" bIns="179070" numCol="1" spcCol="1270" anchor="ctr" anchorCtr="0">
          <a:noAutofit/>
        </a:bodyPr>
        <a:lstStyle/>
        <a:p>
          <a:pPr lvl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700" kern="1200" dirty="0" smtClean="0"/>
            <a:t>СОВЕТ ФЕДЕРАЦИИ</a:t>
          </a:r>
          <a:endParaRPr lang="ru-RU" sz="4700" kern="1200" dirty="0"/>
        </a:p>
      </dsp:txBody>
      <dsp:txXfrm>
        <a:off x="931777" y="399344"/>
        <a:ext cx="6642830" cy="2075884"/>
      </dsp:txXfrm>
    </dsp:sp>
    <dsp:sp modelId="{DA56DC55-E26B-F24E-A1AB-BAD80DA0D6A4}">
      <dsp:nvSpPr>
        <dsp:cNvPr id="0" name=""/>
        <dsp:cNvSpPr/>
      </dsp:nvSpPr>
      <dsp:spPr>
        <a:xfrm>
          <a:off x="654992" y="99494"/>
          <a:ext cx="1453119" cy="21796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0B4930C-CDC7-414A-936E-CE3FE0FFEA5D}">
      <dsp:nvSpPr>
        <dsp:cNvPr id="0" name=""/>
        <dsp:cNvSpPr/>
      </dsp:nvSpPr>
      <dsp:spPr>
        <a:xfrm>
          <a:off x="931777" y="3012652"/>
          <a:ext cx="6642830" cy="207588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066" tIns="179070" rIns="179070" bIns="179070" numCol="1" spcCol="1270" anchor="ctr" anchorCtr="0">
          <a:noAutofit/>
        </a:bodyPr>
        <a:lstStyle/>
        <a:p>
          <a:pPr lvl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700" kern="1200" dirty="0" smtClean="0"/>
            <a:t>ГОСУДАРСТВЕННАЯ ДУМА</a:t>
          </a:r>
          <a:endParaRPr lang="ru-RU" sz="4700" kern="1200" dirty="0"/>
        </a:p>
      </dsp:txBody>
      <dsp:txXfrm>
        <a:off x="931777" y="3012652"/>
        <a:ext cx="6642830" cy="2075884"/>
      </dsp:txXfrm>
    </dsp:sp>
    <dsp:sp modelId="{8EB276AF-5208-C04E-86EF-D30CCA8EDCF0}">
      <dsp:nvSpPr>
        <dsp:cNvPr id="0" name=""/>
        <dsp:cNvSpPr/>
      </dsp:nvSpPr>
      <dsp:spPr>
        <a:xfrm>
          <a:off x="654992" y="2712802"/>
          <a:ext cx="1453119" cy="2179678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536F9-FFE8-4DF0-9B71-8B4A04AFB595}" type="datetimeFigureOut">
              <a:rPr lang="ru-RU" smtClean="0"/>
              <a:t>12.03.16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148F3-D8DF-4850-94ED-803F53458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057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A057A-667C-CE45-AE70-69A17E4BEE1E}" type="datetimeFigureOut">
              <a:rPr lang="ru-RU" smtClean="0"/>
              <a:t>12.03.16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409A2-6666-114A-998B-1A4B9D4DEB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078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409A2-6666-114A-998B-1A4B9D4DEB3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603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12.03.16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Relationship Id="rId6" Type="http://schemas.microsoft.com/office/2007/relationships/diagramDrawing" Target="../diagrams/drawing7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4" Type="http://schemas.openxmlformats.org/officeDocument/2006/relationships/diagramQuickStyle" Target="../diagrams/quickStyle8.xml"/><Relationship Id="rId5" Type="http://schemas.openxmlformats.org/officeDocument/2006/relationships/diagramColors" Target="../diagrams/colors8.xml"/><Relationship Id="rId6" Type="http://schemas.microsoft.com/office/2007/relationships/diagramDrawing" Target="../diagrams/drawing8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4" Type="http://schemas.openxmlformats.org/officeDocument/2006/relationships/diagramQuickStyle" Target="../diagrams/quickStyle9.xml"/><Relationship Id="rId5" Type="http://schemas.openxmlformats.org/officeDocument/2006/relationships/diagramColors" Target="../diagrams/colors9.xml"/><Relationship Id="rId6" Type="http://schemas.microsoft.com/office/2007/relationships/diagramDrawing" Target="../diagrams/drawing9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4" Type="http://schemas.openxmlformats.org/officeDocument/2006/relationships/diagramQuickStyle" Target="../diagrams/quickStyle10.xml"/><Relationship Id="rId5" Type="http://schemas.openxmlformats.org/officeDocument/2006/relationships/diagramColors" Target="../diagrams/colors10.xml"/><Relationship Id="rId6" Type="http://schemas.microsoft.com/office/2007/relationships/diagramDrawing" Target="../diagrams/drawing10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4" Type="http://schemas.openxmlformats.org/officeDocument/2006/relationships/diagramQuickStyle" Target="../diagrams/quickStyle11.xml"/><Relationship Id="rId5" Type="http://schemas.openxmlformats.org/officeDocument/2006/relationships/diagramColors" Target="../diagrams/colors11.xml"/><Relationship Id="rId6" Type="http://schemas.microsoft.com/office/2007/relationships/diagramDrawing" Target="../diagrams/drawing1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4" Type="http://schemas.openxmlformats.org/officeDocument/2006/relationships/diagramQuickStyle" Target="../diagrams/quickStyle12.xml"/><Relationship Id="rId5" Type="http://schemas.openxmlformats.org/officeDocument/2006/relationships/diagramColors" Target="../diagrams/colors12.xml"/><Relationship Id="rId6" Type="http://schemas.microsoft.com/office/2007/relationships/diagramDrawing" Target="../diagrams/drawing1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99592" y="5675627"/>
            <a:ext cx="7772400" cy="1199704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chemeClr val="tx1"/>
                </a:solidFill>
              </a:rPr>
              <a:t>Алпацкий Дмитрий Геннадьевич</a:t>
            </a: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611560" y="3933056"/>
            <a:ext cx="7844408" cy="1440160"/>
          </a:xfrm>
        </p:spPr>
        <p:txBody>
          <a:bodyPr>
            <a:noAutofit/>
          </a:bodyPr>
          <a:lstStyle/>
          <a:p>
            <a:pPr algn="ctr"/>
            <a:r>
              <a:rPr lang="ru-RU" sz="3600" dirty="0" smtClean="0"/>
              <a:t>Лекция</a:t>
            </a:r>
            <a:br>
              <a:rPr lang="ru-RU" sz="3600" dirty="0" smtClean="0"/>
            </a:br>
            <a:r>
              <a:rPr lang="ru-RU" sz="3600" dirty="0" smtClean="0"/>
              <a:t>Политическая власть в управлении обществом</a:t>
            </a:r>
            <a:endParaRPr lang="ru-RU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043608" y="2204864"/>
            <a:ext cx="684076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Кафедра </a:t>
            </a:r>
          </a:p>
          <a:p>
            <a:pPr algn="ctr"/>
            <a:r>
              <a:rPr lang="ru-RU" sz="2400" dirty="0" smtClean="0"/>
              <a:t>Информационная аналитика и политические технологии</a:t>
            </a:r>
            <a:r>
              <a:rPr lang="ru-RU" sz="2400" dirty="0" smtClean="0"/>
              <a:t> </a:t>
            </a:r>
            <a:r>
              <a:rPr lang="ru-RU" sz="2400" dirty="0" smtClean="0"/>
              <a:t>(СГН-3)</a:t>
            </a:r>
            <a:endParaRPr lang="ru-RU" sz="2400" dirty="0"/>
          </a:p>
        </p:txBody>
      </p:sp>
      <p:pic>
        <p:nvPicPr>
          <p:cNvPr id="2" name="Изображение 1" descr="bmstu-emble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4664"/>
            <a:ext cx="1440161" cy="1714478"/>
          </a:xfrm>
          <a:prstGeom prst="rect">
            <a:avLst/>
          </a:prstGeom>
        </p:spPr>
      </p:pic>
      <p:pic>
        <p:nvPicPr>
          <p:cNvPr id="7" name="Изображение 6" descr="Снимок экрана 2015-09-02 в 22.16.5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88640"/>
            <a:ext cx="6732240" cy="18166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02529" y="332114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4000" dirty="0" smtClean="0"/>
              <a:t>ВЛАСТЬ</a:t>
            </a:r>
            <a:endParaRPr lang="ru-RU" sz="4000" dirty="0"/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624078" indent="-514350">
              <a:buFont typeface="+mj-lt"/>
              <a:buAutoNum type="arabicPeriod"/>
            </a:pPr>
            <a:r>
              <a:rPr lang="ru-RU" sz="2800" dirty="0" smtClean="0">
                <a:solidFill>
                  <a:srgbClr val="FFFF00"/>
                </a:solidFill>
              </a:rPr>
              <a:t>Право и возможность распоряжаться кем-чем-нибудь, подчинять своей воле.</a:t>
            </a:r>
          </a:p>
          <a:p>
            <a:pPr marL="624078" indent="-514350">
              <a:buFont typeface="+mj-lt"/>
              <a:buAutoNum type="arabicPeriod"/>
            </a:pPr>
            <a:r>
              <a:rPr lang="ru-RU" sz="2800" dirty="0" smtClean="0">
                <a:solidFill>
                  <a:srgbClr val="FFFF00"/>
                </a:solidFill>
              </a:rPr>
              <a:t>Политическое господство, государственное управление и его органы.</a:t>
            </a:r>
          </a:p>
          <a:p>
            <a:pPr marL="624078" indent="-514350">
              <a:buFont typeface="+mj-lt"/>
              <a:buAutoNum type="arabicPeriod"/>
            </a:pPr>
            <a:r>
              <a:rPr lang="ru-RU" sz="2800" dirty="0" smtClean="0">
                <a:solidFill>
                  <a:srgbClr val="FFFF00"/>
                </a:solidFill>
              </a:rPr>
              <a:t>Лица, облеченные правительственными, административными полномочиями.</a:t>
            </a:r>
          </a:p>
          <a:p>
            <a:pPr marL="624078" indent="-514350">
              <a:buFont typeface="+mj-lt"/>
              <a:buAutoNum type="arabicPeriod"/>
            </a:pPr>
            <a:endParaRPr lang="ru-RU" sz="2800" dirty="0">
              <a:solidFill>
                <a:srgbClr val="FFFF00"/>
              </a:solidFill>
            </a:endParaRPr>
          </a:p>
          <a:p>
            <a:pPr marL="109728" indent="0" algn="r">
              <a:buNone/>
            </a:pPr>
            <a:r>
              <a:rPr lang="ru-RU" sz="2800" dirty="0" smtClean="0">
                <a:solidFill>
                  <a:srgbClr val="FFFF00"/>
                </a:solidFill>
              </a:rPr>
              <a:t>Ожегов С., Шведова Н.Ю. Толковый словарь русского языка</a:t>
            </a:r>
            <a:endParaRPr lang="ru-RU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796824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3600" dirty="0" smtClean="0"/>
              <a:t>ОСНОВНЫЕ ВИДЫ ВЛАСТИ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75567392"/>
              </p:ext>
            </p:extLst>
          </p:nvPr>
        </p:nvGraphicFramePr>
        <p:xfrm>
          <a:off x="0" y="1196752"/>
          <a:ext cx="9144000" cy="5661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7006815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A60F90-EDF9-CA40-8BD4-DB29F89C58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4E6871-A7BC-3D4B-AE14-E0F00E6283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E0DD7CC-39A2-A949-B095-304076EC14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EEC87D-FCC7-4D49-9F2A-68A9FB310B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0AA767-F0C8-7049-9A86-316E9A3001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AFB974-B21A-E245-A157-2DA3DCFF99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ru-RU" sz="3600" dirty="0" smtClean="0"/>
              <a:t>ИСТОЧНИКИ ВЛАСТИ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67351388"/>
              </p:ext>
            </p:extLst>
          </p:nvPr>
        </p:nvGraphicFramePr>
        <p:xfrm>
          <a:off x="0" y="1481328"/>
          <a:ext cx="9144000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358691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65395D-553E-1943-A526-C896D6065D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B3B2F8-32C5-E944-8666-47BD8155FE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F265207-0C82-7141-A2C3-389018D59C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95EE67A-E0AA-6745-870A-34CA09BF6E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B28C7BB-6EC5-3E49-A22F-1B5D4FA507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3723612-B58B-9544-97A2-3F1D1B6972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4F05938-6A92-AD45-ABF2-2386CD2848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09616537"/>
              </p:ext>
            </p:extLst>
          </p:nvPr>
        </p:nvGraphicFramePr>
        <p:xfrm>
          <a:off x="609600" y="332656"/>
          <a:ext cx="7924800" cy="604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683621"/>
      </p:ext>
    </p:extLst>
  </p:cSld>
  <p:clrMapOvr>
    <a:masterClrMapping/>
  </p:clrMapOvr>
  <p:transition xmlns:p14="http://schemas.microsoft.com/office/powerpoint/2010/main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4000" dirty="0" smtClean="0"/>
              <a:t>Авторитет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>
          <a:xfrm>
            <a:off x="609600" y="1268760"/>
            <a:ext cx="7924800" cy="5040560"/>
          </a:xfrm>
        </p:spPr>
        <p:txBody>
          <a:bodyPr>
            <a:normAutofit fontScale="92500"/>
          </a:bodyPr>
          <a:lstStyle/>
          <a:p>
            <a:pPr algn="ctr"/>
            <a:r>
              <a:rPr lang="ru-RU" sz="3200" dirty="0">
                <a:solidFill>
                  <a:srgbClr val="FFFF00"/>
                </a:solidFill>
              </a:rPr>
              <a:t>О</a:t>
            </a:r>
            <a:r>
              <a:rPr lang="ru-RU" sz="3200" dirty="0" smtClean="0">
                <a:solidFill>
                  <a:srgbClr val="FFFF00"/>
                </a:solidFill>
              </a:rPr>
              <a:t>бщепризнанное </a:t>
            </a:r>
            <a:r>
              <a:rPr lang="ru-RU" sz="3200" dirty="0">
                <a:solidFill>
                  <a:srgbClr val="FFFF00"/>
                </a:solidFill>
              </a:rPr>
              <a:t>влияние лица или организации в различных сферах общественной жизни, основанное на знаниях, нравственных достоинствах, опыте. </a:t>
            </a:r>
            <a:endParaRPr lang="ru-RU" sz="3200" dirty="0" smtClean="0">
              <a:solidFill>
                <a:srgbClr val="FFFF00"/>
              </a:solidFill>
            </a:endParaRPr>
          </a:p>
          <a:p>
            <a:pPr algn="ctr"/>
            <a:r>
              <a:rPr lang="ru-RU" sz="3200" dirty="0">
                <a:solidFill>
                  <a:srgbClr val="FFFF00"/>
                </a:solidFill>
              </a:rPr>
              <a:t>Авторитет основан на доверии к качествам и достоинствам его </a:t>
            </a:r>
            <a:r>
              <a:rPr lang="ru-RU" sz="3200" dirty="0" smtClean="0">
                <a:solidFill>
                  <a:srgbClr val="FFFF00"/>
                </a:solidFill>
              </a:rPr>
              <a:t>носителя.</a:t>
            </a:r>
          </a:p>
          <a:p>
            <a:pPr algn="ctr"/>
            <a:r>
              <a:rPr lang="ru-RU" sz="3200" dirty="0" smtClean="0">
                <a:solidFill>
                  <a:srgbClr val="FFFF00"/>
                </a:solidFill>
              </a:rPr>
              <a:t>Авторитет </a:t>
            </a:r>
            <a:r>
              <a:rPr lang="ru-RU" sz="3200" dirty="0">
                <a:solidFill>
                  <a:srgbClr val="FFFF00"/>
                </a:solidFill>
              </a:rPr>
              <a:t>приобретается, зависит от эффективности выполнения субъектом своих социальных функций и не сохраняется, если не подкрепляется последующей деятельностью.</a:t>
            </a:r>
            <a:r>
              <a:rPr lang="ru-RU" sz="3200" dirty="0">
                <a:solidFill>
                  <a:srgbClr val="FFFF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8316256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smtClean="0"/>
              <a:t>Убеждение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 smtClean="0">
                <a:solidFill>
                  <a:srgbClr val="FFFF00"/>
                </a:solidFill>
              </a:rPr>
              <a:t>Вера </a:t>
            </a:r>
            <a:r>
              <a:rPr lang="ru-RU" sz="3600" dirty="0">
                <a:solidFill>
                  <a:srgbClr val="FFFF00"/>
                </a:solidFill>
              </a:rPr>
              <a:t>в то, что выдвигаемая идея или система идей должна быть принята в силу имеющихся оснований.</a:t>
            </a:r>
          </a:p>
        </p:txBody>
      </p:sp>
    </p:spTree>
    <p:extLst>
      <p:ext uri="{BB962C8B-B14F-4D97-AF65-F5344CB8AC3E}">
        <p14:creationId xmlns:p14="http://schemas.microsoft.com/office/powerpoint/2010/main" val="1996723544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634082"/>
          </a:xfrm>
        </p:spPr>
        <p:txBody>
          <a:bodyPr/>
          <a:lstStyle/>
          <a:p>
            <a:pPr algn="ctr"/>
            <a:r>
              <a:rPr lang="ru-RU" sz="4000" dirty="0" smtClean="0"/>
              <a:t>Традиции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>
          <a:xfrm>
            <a:off x="107504" y="1268760"/>
            <a:ext cx="5472608" cy="4446240"/>
          </a:xfrm>
        </p:spPr>
        <p:txBody>
          <a:bodyPr>
            <a:normAutofit fontScale="92500" lnSpcReduction="10000"/>
          </a:bodyPr>
          <a:lstStyle/>
          <a:p>
            <a:r>
              <a:rPr lang="ru-RU" sz="3600" dirty="0">
                <a:solidFill>
                  <a:srgbClr val="FFFF00"/>
                </a:solidFill>
              </a:rPr>
              <a:t>Э</a:t>
            </a:r>
            <a:r>
              <a:rPr lang="ru-RU" sz="3600" dirty="0" smtClean="0">
                <a:solidFill>
                  <a:srgbClr val="FFFF00"/>
                </a:solidFill>
              </a:rPr>
              <a:t>лементы </a:t>
            </a:r>
            <a:r>
              <a:rPr lang="ru-RU" sz="3600" dirty="0">
                <a:solidFill>
                  <a:srgbClr val="FFFF00"/>
                </a:solidFill>
              </a:rPr>
              <a:t>социального и культурного наследия, передающиеся от поколения к поколению и сохраняющиеся в определенных обществах и социальных группах в течение длительного времени.</a:t>
            </a:r>
            <a:r>
              <a:rPr lang="ru-RU" sz="3600" dirty="0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4" name="Изображение 3" descr="zztWxixyAq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412776"/>
            <a:ext cx="3707904" cy="384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84227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800" dirty="0"/>
              <a:t>Манипуляция</a:t>
            </a:r>
            <a:r>
              <a:rPr lang="ru-RU" sz="4800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FF00"/>
                </a:solidFill>
              </a:rPr>
              <a:t>М</a:t>
            </a:r>
            <a:r>
              <a:rPr lang="ru-RU" sz="4000" dirty="0" smtClean="0">
                <a:solidFill>
                  <a:srgbClr val="FFFF00"/>
                </a:solidFill>
              </a:rPr>
              <a:t>ахинация</a:t>
            </a:r>
            <a:r>
              <a:rPr lang="ru-RU" sz="4000" dirty="0">
                <a:solidFill>
                  <a:srgbClr val="FFFF00"/>
                </a:solidFill>
              </a:rPr>
              <a:t>, система психологического воздействия, ориентированная на внедрение иллюзорных представлений.</a:t>
            </a:r>
            <a:r>
              <a:rPr lang="ru-RU" sz="4000" dirty="0">
                <a:solidFill>
                  <a:srgbClr val="FFFF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4092587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smtClean="0"/>
              <a:t>Принуждение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FF00"/>
                </a:solidFill>
              </a:rPr>
              <a:t>В</a:t>
            </a:r>
            <a:r>
              <a:rPr lang="ru-RU" sz="3600" dirty="0" smtClean="0">
                <a:solidFill>
                  <a:srgbClr val="FFFF00"/>
                </a:solidFill>
              </a:rPr>
              <a:t>оздействие </a:t>
            </a:r>
            <a:r>
              <a:rPr lang="ru-RU" sz="3600" dirty="0">
                <a:solidFill>
                  <a:srgbClr val="FFFF00"/>
                </a:solidFill>
              </a:rPr>
              <a:t>на человека (группу) с целью осуждения или пресечения некоторых действий, выработки требуемых форм поведения, поддержания дисциплины.</a:t>
            </a:r>
            <a:r>
              <a:rPr lang="ru-RU" sz="3600" dirty="0">
                <a:solidFill>
                  <a:srgbClr val="FFFF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1486809"/>
      </p:ext>
    </p:extLst>
  </p:cSld>
  <p:clrMapOvr>
    <a:masterClrMapping/>
  </p:clrMapOvr>
  <p:transition xmlns:p14="http://schemas.microsoft.com/office/powerpoint/2010/main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4400" dirty="0"/>
              <a:t>НАСИЛИЕ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ctr"/>
            <a:r>
              <a:rPr lang="ru-RU" dirty="0"/>
              <a:t>   </a:t>
            </a:r>
            <a:r>
              <a:rPr lang="ru-RU" sz="3600" dirty="0">
                <a:solidFill>
                  <a:srgbClr val="FFFF00"/>
                </a:solidFill>
              </a:rPr>
              <a:t> </a:t>
            </a:r>
            <a:r>
              <a:rPr lang="ru-RU" sz="3600" dirty="0">
                <a:solidFill>
                  <a:srgbClr val="FFFF00"/>
                </a:solidFill>
              </a:rPr>
              <a:t>О</a:t>
            </a:r>
            <a:r>
              <a:rPr lang="ru-RU" sz="3600" dirty="0" smtClean="0">
                <a:solidFill>
                  <a:srgbClr val="FFFF00"/>
                </a:solidFill>
              </a:rPr>
              <a:t>бщественное </a:t>
            </a:r>
            <a:r>
              <a:rPr lang="ru-RU" sz="3600" dirty="0">
                <a:solidFill>
                  <a:srgbClr val="FFFF00"/>
                </a:solidFill>
              </a:rPr>
              <a:t>отношение, в ходе которого одни индивиды (группы людей) с помощью внешнего принуждения, представляющего угрозу жизни, подчиняют себе других, их способности, производительные силы, собственность.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740836"/>
      </p:ext>
    </p:extLst>
  </p:cSld>
  <p:clrMapOvr>
    <a:masterClrMapping/>
  </p:clrMapOvr>
  <p:transition xmlns:p14="http://schemas.microsoft.com/office/powerpoint/2010/main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3600" dirty="0" smtClean="0"/>
              <a:t>ФОРМЫ РЕАЛИЗАЦИИ ВЛАСТИ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21325855"/>
              </p:ext>
            </p:extLst>
          </p:nvPr>
        </p:nvGraphicFramePr>
        <p:xfrm>
          <a:off x="0" y="1268760"/>
          <a:ext cx="9144000" cy="5589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4857941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CB3F1BF-B54D-0840-8A6E-AFE921CE21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6DE0E51-4C37-1E42-93C7-64BC34BD3D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97F4D86-6923-6848-BA8B-977FC88C94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0B1547-F042-C343-9101-9FD859EE62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33A820-821E-BD48-9B61-4668671D6D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DF03331-3D20-D444-B959-A8261C2AB1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922114"/>
          </a:xfrm>
        </p:spPr>
        <p:txBody>
          <a:bodyPr anchor="ctr">
            <a:normAutofit/>
          </a:bodyPr>
          <a:lstStyle/>
          <a:p>
            <a:pPr algn="ctr"/>
            <a:r>
              <a:rPr lang="ru-RU" dirty="0" smtClean="0"/>
              <a:t>СТРАТЕГИИ ДЕФИНИЦИИ ПОНЯТИЯ «ВЛАСТЬ»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25884019"/>
              </p:ext>
            </p:extLst>
          </p:nvPr>
        </p:nvGraphicFramePr>
        <p:xfrm>
          <a:off x="457200" y="1124744"/>
          <a:ext cx="8229600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5481060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2818D7C-A79E-9744-909B-50A4F4A44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42818D7C-A79E-9744-909B-50A4F4A44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42818D7C-A79E-9744-909B-50A4F4A44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graphicEl>
                                              <a:dgm id="{42818D7C-A79E-9744-909B-50A4F4A44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42818D7C-A79E-9744-909B-50A4F4A44D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05414E-D9BD-7B44-9EC5-53D4FD7D74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4705414E-D9BD-7B44-9EC5-53D4FD7D74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4705414E-D9BD-7B44-9EC5-53D4FD7D74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graphicEl>
                                              <a:dgm id="{4705414E-D9BD-7B44-9EC5-53D4FD7D74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graphicEl>
                                              <a:dgm id="{4705414E-D9BD-7B44-9EC5-53D4FD7D74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617A044-665B-ED4A-9774-35F4EAD75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3617A044-665B-ED4A-9774-35F4EAD75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3617A044-665B-ED4A-9774-35F4EAD75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graphicEl>
                                              <a:dgm id="{3617A044-665B-ED4A-9774-35F4EAD75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3617A044-665B-ED4A-9774-35F4EAD75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720944-6A9D-A742-9ACD-7A6860AC26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33720944-6A9D-A742-9ACD-7A6860AC26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33720944-6A9D-A742-9ACD-7A6860AC26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33720944-6A9D-A742-9ACD-7A6860AC26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33720944-6A9D-A742-9ACD-7A6860AC26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89338B-1C7B-C14D-9665-82584F5A4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2289338B-1C7B-C14D-9665-82584F5A4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2289338B-1C7B-C14D-9665-82584F5A4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dgm id="{2289338B-1C7B-C14D-9665-82584F5A45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2289338B-1C7B-C14D-9665-82584F5A45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813798-D69A-524E-9600-182FBA0FA1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59813798-D69A-524E-9600-182FBA0FA1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59813798-D69A-524E-9600-182FBA0FA1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graphicEl>
                                              <a:dgm id="{59813798-D69A-524E-9600-182FBA0FA1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graphicEl>
                                              <a:dgm id="{59813798-D69A-524E-9600-182FBA0FA1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582AAA-AA18-7744-A80A-D2B487C235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07582AAA-AA18-7744-A80A-D2B487C235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07582AAA-AA18-7744-A80A-D2B487C235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graphicEl>
                                              <a:dgm id="{07582AAA-AA18-7744-A80A-D2B487C235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graphicEl>
                                              <a:dgm id="{07582AAA-AA18-7744-A80A-D2B487C235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2F5C054-DA81-3742-9935-270ACF1A9D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42F5C054-DA81-3742-9935-270ACF1A9D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42F5C054-DA81-3742-9935-270ACF1A9D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graphicEl>
                                              <a:dgm id="{42F5C054-DA81-3742-9935-270ACF1A9D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graphicEl>
                                              <a:dgm id="{42F5C054-DA81-3742-9935-270ACF1A9D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0CB6BD9-7ECA-AA42-873E-B61E0489D8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graphicEl>
                                              <a:dgm id="{F0CB6BD9-7ECA-AA42-873E-B61E0489D8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>
                                            <p:graphicEl>
                                              <a:dgm id="{F0CB6BD9-7ECA-AA42-873E-B61E0489D8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">
                                            <p:graphicEl>
                                              <a:dgm id="{F0CB6BD9-7ECA-AA42-873E-B61E0489D8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graphicEl>
                                              <a:dgm id="{F0CB6BD9-7ECA-AA42-873E-B61E0489D8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EC1B32-09FB-5E43-AE6B-6D599CFDDF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>
                                            <p:graphicEl>
                                              <a:dgm id="{A4EC1B32-09FB-5E43-AE6B-6D599CFDDF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graphicEl>
                                              <a:dgm id="{A4EC1B32-09FB-5E43-AE6B-6D599CFDDF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>
                                            <p:graphicEl>
                                              <a:dgm id="{A4EC1B32-09FB-5E43-AE6B-6D599CFDDF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graphicEl>
                                              <a:dgm id="{A4EC1B32-09FB-5E43-AE6B-6D599CFDDF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8361E07-271C-A242-A455-23915EBFF1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>
                                            <p:graphicEl>
                                              <a:dgm id="{28361E07-271C-A242-A455-23915EBFF1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>
                                            <p:graphicEl>
                                              <a:dgm id="{28361E07-271C-A242-A455-23915EBFF1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>
                                            <p:graphicEl>
                                              <a:dgm id="{28361E07-271C-A242-A455-23915EBFF1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graphicEl>
                                              <a:dgm id="{28361E07-271C-A242-A455-23915EBFF1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002040E-83AB-C445-9E73-56C7C2D55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">
                                            <p:graphicEl>
                                              <a:dgm id="{9002040E-83AB-C445-9E73-56C7C2D55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">
                                            <p:graphicEl>
                                              <a:dgm id="{9002040E-83AB-C445-9E73-56C7C2D55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">
                                            <p:graphicEl>
                                              <a:dgm id="{9002040E-83AB-C445-9E73-56C7C2D553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graphicEl>
                                              <a:dgm id="{9002040E-83AB-C445-9E73-56C7C2D553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2986C2-3BAC-F541-AB3D-C91B15A972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">
                                            <p:graphicEl>
                                              <a:dgm id="{332986C2-3BAC-F541-AB3D-C91B15A972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">
                                            <p:graphicEl>
                                              <a:dgm id="{332986C2-3BAC-F541-AB3D-C91B15A972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">
                                            <p:graphicEl>
                                              <a:dgm id="{332986C2-3BAC-F541-AB3D-C91B15A972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graphicEl>
                                              <a:dgm id="{332986C2-3BAC-F541-AB3D-C91B15A972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E9A68F-A2AA-1740-BDF6-5C29DF1545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">
                                            <p:graphicEl>
                                              <a:dgm id="{8FE9A68F-A2AA-1740-BDF6-5C29DF1545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">
                                            <p:graphicEl>
                                              <a:dgm id="{8FE9A68F-A2AA-1740-BDF6-5C29DF1545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">
                                            <p:graphicEl>
                                              <a:dgm id="{8FE9A68F-A2AA-1740-BDF6-5C29DF1545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graphicEl>
                                              <a:dgm id="{8FE9A68F-A2AA-1740-BDF6-5C29DF1545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D4D9577-C81C-9B4D-8640-BE8CEDF3D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">
                                            <p:graphicEl>
                                              <a:dgm id="{CD4D9577-C81C-9B4D-8640-BE8CEDF3D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">
                                            <p:graphicEl>
                                              <a:dgm id="{CD4D9577-C81C-9B4D-8640-BE8CEDF3D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>
                                            <p:graphicEl>
                                              <a:dgm id="{CD4D9577-C81C-9B4D-8640-BE8CEDF3D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>
                                            <p:graphicEl>
                                              <a:dgm id="{CD4D9577-C81C-9B4D-8640-BE8CEDF3DD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FCC94A-7C26-2340-A2F4-953AE23A9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">
                                            <p:graphicEl>
                                              <a:dgm id="{40FCC94A-7C26-2340-A2F4-953AE23A9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">
                                            <p:graphicEl>
                                              <a:dgm id="{40FCC94A-7C26-2340-A2F4-953AE23A9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">
                                            <p:graphicEl>
                                              <a:dgm id="{40FCC94A-7C26-2340-A2F4-953AE23A9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graphicEl>
                                              <a:dgm id="{40FCC94A-7C26-2340-A2F4-953AE23A9B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83D725-1BE0-C544-A13D-A5768B19C2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">
                                            <p:graphicEl>
                                              <a:dgm id="{E183D725-1BE0-C544-A13D-A5768B19C2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">
                                            <p:graphicEl>
                                              <a:dgm id="{E183D725-1BE0-C544-A13D-A5768B19C2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">
                                            <p:graphicEl>
                                              <a:dgm id="{E183D725-1BE0-C544-A13D-A5768B19C2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">
                                            <p:graphicEl>
                                              <a:dgm id="{E183D725-1BE0-C544-A13D-A5768B19C2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47F6577-4745-6D45-B46B-F98245E3A3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">
                                            <p:graphicEl>
                                              <a:dgm id="{247F6577-4745-6D45-B46B-F98245E3A3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">
                                            <p:graphicEl>
                                              <a:dgm id="{247F6577-4745-6D45-B46B-F98245E3A3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">
                                            <p:graphicEl>
                                              <a:dgm id="{247F6577-4745-6D45-B46B-F98245E3A3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">
                                            <p:graphicEl>
                                              <a:dgm id="{247F6577-4745-6D45-B46B-F98245E3A3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389E10A-564B-9E4B-B1F2-1AD89EF0C3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">
                                            <p:graphicEl>
                                              <a:dgm id="{F389E10A-564B-9E4B-B1F2-1AD89EF0C3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">
                                            <p:graphicEl>
                                              <a:dgm id="{F389E10A-564B-9E4B-B1F2-1AD89EF0C3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">
                                            <p:graphicEl>
                                              <a:dgm id="{F389E10A-564B-9E4B-B1F2-1AD89EF0C3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">
                                            <p:graphicEl>
                                              <a:dgm id="{F389E10A-564B-9E4B-B1F2-1AD89EF0C3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3F2A96-C3F3-4344-8EA2-983E9EDB0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">
                                            <p:graphicEl>
                                              <a:dgm id="{B73F2A96-C3F3-4344-8EA2-983E9EDB0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">
                                            <p:graphicEl>
                                              <a:dgm id="{B73F2A96-C3F3-4344-8EA2-983E9EDB0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">
                                            <p:graphicEl>
                                              <a:dgm id="{B73F2A96-C3F3-4344-8EA2-983E9EDB0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">
                                            <p:graphicEl>
                                              <a:dgm id="{B73F2A96-C3F3-4344-8EA2-983E9EDB01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07D6E2B-4C51-F448-844B-EE508A55F1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">
                                            <p:graphicEl>
                                              <a:dgm id="{207D6E2B-4C51-F448-844B-EE508A55F1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">
                                            <p:graphicEl>
                                              <a:dgm id="{207D6E2B-4C51-F448-844B-EE508A55F1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">
                                            <p:graphicEl>
                                              <a:dgm id="{207D6E2B-4C51-F448-844B-EE508A55F1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">
                                            <p:graphicEl>
                                              <a:dgm id="{207D6E2B-4C51-F448-844B-EE508A55F1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6B1A24-73DE-3C48-8B6C-EB2523380C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">
                                            <p:graphicEl>
                                              <a:dgm id="{816B1A24-73DE-3C48-8B6C-EB2523380C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">
                                            <p:graphicEl>
                                              <a:dgm id="{816B1A24-73DE-3C48-8B6C-EB2523380C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">
                                            <p:graphicEl>
                                              <a:dgm id="{816B1A24-73DE-3C48-8B6C-EB2523380C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">
                                            <p:graphicEl>
                                              <a:dgm id="{816B1A24-73DE-3C48-8B6C-EB2523380C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4D52E6-EF61-7341-9B1B-1F31FFF5BB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">
                                            <p:graphicEl>
                                              <a:dgm id="{754D52E6-EF61-7341-9B1B-1F31FFF5BB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">
                                            <p:graphicEl>
                                              <a:dgm id="{754D52E6-EF61-7341-9B1B-1F31FFF5BB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">
                                            <p:graphicEl>
                                              <a:dgm id="{754D52E6-EF61-7341-9B1B-1F31FFF5BB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">
                                            <p:graphicEl>
                                              <a:dgm id="{754D52E6-EF61-7341-9B1B-1F31FFF5BB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96B8354-09E4-384D-A51F-E7128683DF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">
                                            <p:graphicEl>
                                              <a:dgm id="{996B8354-09E4-384D-A51F-E7128683DF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">
                                            <p:graphicEl>
                                              <a:dgm id="{996B8354-09E4-384D-A51F-E7128683DF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">
                                            <p:graphicEl>
                                              <a:dgm id="{996B8354-09E4-384D-A51F-E7128683DF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">
                                            <p:graphicEl>
                                              <a:dgm id="{996B8354-09E4-384D-A51F-E7128683DF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200E17-2B0D-EA47-804E-724494CD02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">
                                            <p:graphicEl>
                                              <a:dgm id="{8A200E17-2B0D-EA47-804E-724494CD02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">
                                            <p:graphicEl>
                                              <a:dgm id="{8A200E17-2B0D-EA47-804E-724494CD02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">
                                            <p:graphicEl>
                                              <a:dgm id="{8A200E17-2B0D-EA47-804E-724494CD02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">
                                            <p:graphicEl>
                                              <a:dgm id="{8A200E17-2B0D-EA47-804E-724494CD02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3E92172-4EF6-9049-9217-B93FC1D19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">
                                            <p:graphicEl>
                                              <a:dgm id="{13E92172-4EF6-9049-9217-B93FC1D19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">
                                            <p:graphicEl>
                                              <a:dgm id="{13E92172-4EF6-9049-9217-B93FC1D19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">
                                            <p:graphicEl>
                                              <a:dgm id="{13E92172-4EF6-9049-9217-B93FC1D19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">
                                            <p:graphicEl>
                                              <a:dgm id="{13E92172-4EF6-9049-9217-B93FC1D19C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A6E2D2-ACA3-2E44-9842-C0727B73E5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">
                                            <p:graphicEl>
                                              <a:dgm id="{B4A6E2D2-ACA3-2E44-9842-C0727B73E5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">
                                            <p:graphicEl>
                                              <a:dgm id="{B4A6E2D2-ACA3-2E44-9842-C0727B73E5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">
                                            <p:graphicEl>
                                              <a:dgm id="{B4A6E2D2-ACA3-2E44-9842-C0727B73E5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">
                                            <p:graphicEl>
                                              <a:dgm id="{B4A6E2D2-ACA3-2E44-9842-C0727B73E5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899E7BF-71BA-1A4D-B23B-B85F98162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">
                                            <p:graphicEl>
                                              <a:dgm id="{1899E7BF-71BA-1A4D-B23B-B85F98162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">
                                            <p:graphicEl>
                                              <a:dgm id="{1899E7BF-71BA-1A4D-B23B-B85F98162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">
                                            <p:graphicEl>
                                              <a:dgm id="{1899E7BF-71BA-1A4D-B23B-B85F98162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">
                                            <p:graphicEl>
                                              <a:dgm id="{1899E7BF-71BA-1A4D-B23B-B85F981627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31FB26-DBDD-D744-93F6-DF6A4FA08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">
                                            <p:graphicEl>
                                              <a:dgm id="{0131FB26-DBDD-D744-93F6-DF6A4FA08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">
                                            <p:graphicEl>
                                              <a:dgm id="{0131FB26-DBDD-D744-93F6-DF6A4FA08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">
                                            <p:graphicEl>
                                              <a:dgm id="{0131FB26-DBDD-D744-93F6-DF6A4FA08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4">
                                            <p:graphicEl>
                                              <a:dgm id="{0131FB26-DBDD-D744-93F6-DF6A4FA089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D3B29F-FDAD-DD43-BE1A-2DDEF09D5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4">
                                            <p:graphicEl>
                                              <a:dgm id="{58D3B29F-FDAD-DD43-BE1A-2DDEF09D5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">
                                            <p:graphicEl>
                                              <a:dgm id="{58D3B29F-FDAD-DD43-BE1A-2DDEF09D5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">
                                            <p:graphicEl>
                                              <a:dgm id="{58D3B29F-FDAD-DD43-BE1A-2DDEF09D5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4">
                                            <p:graphicEl>
                                              <a:dgm id="{58D3B29F-FDAD-DD43-BE1A-2DDEF09D5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ADD5C3-D0DE-344D-B1E3-409E221EFD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4">
                                            <p:graphicEl>
                                              <a:dgm id="{E1ADD5C3-D0DE-344D-B1E3-409E221EFD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">
                                            <p:graphicEl>
                                              <a:dgm id="{E1ADD5C3-D0DE-344D-B1E3-409E221EFD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4">
                                            <p:graphicEl>
                                              <a:dgm id="{E1ADD5C3-D0DE-344D-B1E3-409E221EFD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4">
                                            <p:graphicEl>
                                              <a:dgm id="{E1ADD5C3-D0DE-344D-B1E3-409E221EFD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321584-D673-DE4A-96DA-2BFA0EAA91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4">
                                            <p:graphicEl>
                                              <a:dgm id="{A8321584-D673-DE4A-96DA-2BFA0EAA91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">
                                            <p:graphicEl>
                                              <a:dgm id="{A8321584-D673-DE4A-96DA-2BFA0EAA91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">
                                            <p:graphicEl>
                                              <a:dgm id="{A8321584-D673-DE4A-96DA-2BFA0EAA91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">
                                            <p:graphicEl>
                                              <a:dgm id="{A8321584-D673-DE4A-96DA-2BFA0EAA91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539552" y="-113402"/>
            <a:ext cx="8229600" cy="878106"/>
          </a:xfrm>
        </p:spPr>
        <p:txBody>
          <a:bodyPr/>
          <a:lstStyle/>
          <a:p>
            <a:pPr algn="ctr"/>
            <a:r>
              <a:rPr lang="ru-RU" sz="3600" dirty="0" smtClean="0"/>
              <a:t>ВЛАСТЬ КАК ОТНОШЕНИЕ</a:t>
            </a:r>
            <a:endParaRPr lang="ru-RU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2348880"/>
            <a:ext cx="12868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i="1" dirty="0" smtClean="0"/>
              <a:t>А</a:t>
            </a:r>
            <a:endParaRPr lang="ru-RU" sz="80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292080" y="2276872"/>
            <a:ext cx="11756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i="1" dirty="0" smtClean="0"/>
              <a:t>Б</a:t>
            </a:r>
            <a:endParaRPr lang="ru-RU" sz="8000" i="1" dirty="0"/>
          </a:p>
        </p:txBody>
      </p:sp>
      <p:sp>
        <p:nvSpPr>
          <p:cNvPr id="10" name="Стрелка вправо 9"/>
          <p:cNvSpPr/>
          <p:nvPr/>
        </p:nvSpPr>
        <p:spPr>
          <a:xfrm>
            <a:off x="6627988" y="2348880"/>
            <a:ext cx="2483768" cy="1440160"/>
          </a:xfrm>
          <a:prstGeom prst="rightArrow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Действие</a:t>
            </a:r>
            <a:endParaRPr lang="ru-RU" sz="2800" dirty="0"/>
          </a:p>
        </p:txBody>
      </p:sp>
      <p:sp>
        <p:nvSpPr>
          <p:cNvPr id="12" name="Стрелка вправо 11"/>
          <p:cNvSpPr/>
          <p:nvPr/>
        </p:nvSpPr>
        <p:spPr>
          <a:xfrm>
            <a:off x="1763688" y="2420888"/>
            <a:ext cx="3600400" cy="115212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 smtClean="0"/>
              <a:t>Влияние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32130226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1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3600" dirty="0"/>
              <a:t>ВЛАСТЬ КАК ОТНОШЕНИЕ</a:t>
            </a:r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8210872" cy="4114800"/>
          </a:xfrm>
        </p:spPr>
        <p:txBody>
          <a:bodyPr>
            <a:normAutofit/>
          </a:bodyPr>
          <a:lstStyle/>
          <a:p>
            <a:pPr algn="ctr"/>
            <a:r>
              <a:rPr lang="ru-RU" sz="4000" b="1" i="1" dirty="0">
                <a:solidFill>
                  <a:srgbClr val="FFFF00"/>
                </a:solidFill>
              </a:rPr>
              <a:t>А</a:t>
            </a:r>
            <a:r>
              <a:rPr lang="ru-RU" sz="4000" dirty="0">
                <a:solidFill>
                  <a:srgbClr val="FFFF00"/>
                </a:solidFill>
              </a:rPr>
              <a:t> обладает властью над </a:t>
            </a:r>
            <a:r>
              <a:rPr lang="ru-RU" sz="4000" b="1" i="1" dirty="0">
                <a:solidFill>
                  <a:srgbClr val="FFFF00"/>
                </a:solidFill>
              </a:rPr>
              <a:t>Б</a:t>
            </a:r>
            <a:r>
              <a:rPr lang="ru-RU" sz="4000" dirty="0">
                <a:solidFill>
                  <a:srgbClr val="FFFF00"/>
                </a:solidFill>
              </a:rPr>
              <a:t> в той мере, в какой он добивается от </a:t>
            </a:r>
            <a:r>
              <a:rPr lang="ru-RU" sz="4000" b="1" i="1" dirty="0">
                <a:solidFill>
                  <a:srgbClr val="FFFF00"/>
                </a:solidFill>
              </a:rPr>
              <a:t>Б</a:t>
            </a:r>
            <a:r>
              <a:rPr lang="ru-RU" sz="4000" dirty="0">
                <a:solidFill>
                  <a:srgbClr val="FFFF00"/>
                </a:solidFill>
              </a:rPr>
              <a:t> определенного действия, которое он мог бы не осуществлять, если бы не было влияния </a:t>
            </a:r>
            <a:r>
              <a:rPr lang="ru-RU" sz="4000" b="1" i="1" dirty="0" smtClean="0">
                <a:solidFill>
                  <a:srgbClr val="FFFF00"/>
                </a:solidFill>
              </a:rPr>
              <a:t>А</a:t>
            </a:r>
            <a:r>
              <a:rPr lang="ru-RU" sz="4000" dirty="0" smtClean="0">
                <a:solidFill>
                  <a:srgbClr val="FFFF00"/>
                </a:solidFill>
              </a:rPr>
              <a:t> </a:t>
            </a:r>
            <a:endParaRPr lang="ru-RU" sz="4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511639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539552" y="-113402"/>
            <a:ext cx="8229600" cy="878106"/>
          </a:xfrm>
        </p:spPr>
        <p:txBody>
          <a:bodyPr/>
          <a:lstStyle/>
          <a:p>
            <a:pPr algn="ctr"/>
            <a:r>
              <a:rPr lang="ru-RU" sz="3600" dirty="0"/>
              <a:t>ВЛАСТЬ И ИНТЕНЦИЯ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4" y="2348880"/>
            <a:ext cx="12868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i="1" dirty="0" smtClean="0"/>
              <a:t>А</a:t>
            </a:r>
            <a:endParaRPr lang="ru-RU" sz="80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292080" y="2276872"/>
            <a:ext cx="11756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i="1" dirty="0" smtClean="0"/>
              <a:t>Б</a:t>
            </a:r>
            <a:endParaRPr lang="ru-RU" sz="8000" i="1" dirty="0"/>
          </a:p>
        </p:txBody>
      </p:sp>
      <p:sp>
        <p:nvSpPr>
          <p:cNvPr id="10" name="Стрелка вправо 9"/>
          <p:cNvSpPr/>
          <p:nvPr/>
        </p:nvSpPr>
        <p:spPr>
          <a:xfrm>
            <a:off x="6627988" y="2348880"/>
            <a:ext cx="2483768" cy="1440160"/>
          </a:xfrm>
          <a:prstGeom prst="rightArrow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Действие</a:t>
            </a:r>
            <a:endParaRPr lang="ru-RU" sz="2800" dirty="0"/>
          </a:p>
        </p:txBody>
      </p:sp>
      <p:sp>
        <p:nvSpPr>
          <p:cNvPr id="2" name="Выноска-облако 1"/>
          <p:cNvSpPr/>
          <p:nvPr/>
        </p:nvSpPr>
        <p:spPr>
          <a:xfrm>
            <a:off x="539552" y="692696"/>
            <a:ext cx="2520280" cy="1656184"/>
          </a:xfrm>
          <a:prstGeom prst="cloudCallou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>
                <a:solidFill>
                  <a:srgbClr val="FF6600"/>
                </a:solidFill>
              </a:rPr>
              <a:t>Выгода</a:t>
            </a:r>
            <a:endParaRPr lang="ru-RU" sz="2800" dirty="0">
              <a:solidFill>
                <a:srgbClr val="FF6600"/>
              </a:solidFill>
            </a:endParaRPr>
          </a:p>
        </p:txBody>
      </p:sp>
      <p:sp>
        <p:nvSpPr>
          <p:cNvPr id="6" name="Стрелка вправо с вырезом 5"/>
          <p:cNvSpPr/>
          <p:nvPr/>
        </p:nvSpPr>
        <p:spPr>
          <a:xfrm>
            <a:off x="1979712" y="2420888"/>
            <a:ext cx="3024336" cy="1152128"/>
          </a:xfrm>
          <a:prstGeom prst="notched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 smtClean="0"/>
              <a:t>Команда</a:t>
            </a:r>
            <a:endParaRPr lang="ru-RU" sz="3200" dirty="0"/>
          </a:p>
        </p:txBody>
      </p:sp>
      <p:pic>
        <p:nvPicPr>
          <p:cNvPr id="8" name="Изображение 7" descr="stk19975boj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429000"/>
            <a:ext cx="1772360" cy="238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10018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animBg="1"/>
      <p:bldP spid="2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3600" dirty="0"/>
              <a:t>ВЛАСТЬ И ИНТЕНЦИЯ</a:t>
            </a:r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>
          <a:xfrm>
            <a:off x="457200" y="1481328"/>
            <a:ext cx="8229600" cy="5044016"/>
          </a:xfrm>
        </p:spPr>
        <p:txBody>
          <a:bodyPr>
            <a:noAutofit/>
          </a:bodyPr>
          <a:lstStyle/>
          <a:p>
            <a:pPr algn="ctr"/>
            <a:r>
              <a:rPr lang="ru-RU" sz="3600" b="1" i="1" dirty="0">
                <a:solidFill>
                  <a:srgbClr val="FFFF00"/>
                </a:solidFill>
              </a:rPr>
              <a:t>А</a:t>
            </a:r>
            <a:r>
              <a:rPr lang="ru-RU" sz="3600" dirty="0">
                <a:solidFill>
                  <a:srgbClr val="FFFF00"/>
                </a:solidFill>
              </a:rPr>
              <a:t> имеет власть над </a:t>
            </a:r>
            <a:r>
              <a:rPr lang="ru-RU" sz="3600" b="1" i="1" dirty="0">
                <a:solidFill>
                  <a:srgbClr val="FFFF00"/>
                </a:solidFill>
              </a:rPr>
              <a:t>Б</a:t>
            </a:r>
            <a:r>
              <a:rPr lang="ru-RU" sz="3600" dirty="0">
                <a:solidFill>
                  <a:srgbClr val="FFFF00"/>
                </a:solidFill>
              </a:rPr>
              <a:t>, если и только если </a:t>
            </a:r>
            <a:r>
              <a:rPr lang="ru-RU" sz="3600" b="1" i="1" dirty="0">
                <a:solidFill>
                  <a:srgbClr val="FFFF00"/>
                </a:solidFill>
              </a:rPr>
              <a:t>А</a:t>
            </a:r>
            <a:r>
              <a:rPr lang="ru-RU" sz="3600" dirty="0">
                <a:solidFill>
                  <a:srgbClr val="FFFF00"/>
                </a:solidFill>
              </a:rPr>
              <a:t> может с выгодой для себя заставить </a:t>
            </a:r>
            <a:r>
              <a:rPr lang="ru-RU" sz="3600" b="1" i="1" dirty="0">
                <a:solidFill>
                  <a:srgbClr val="FFFF00"/>
                </a:solidFill>
              </a:rPr>
              <a:t>Б</a:t>
            </a:r>
            <a:r>
              <a:rPr lang="ru-RU" sz="3600" dirty="0">
                <a:solidFill>
                  <a:srgbClr val="FFFF00"/>
                </a:solidFill>
              </a:rPr>
              <a:t> делать то, что хочется </a:t>
            </a:r>
            <a:r>
              <a:rPr lang="ru-RU" sz="3600" b="1" i="1" dirty="0">
                <a:solidFill>
                  <a:srgbClr val="FFFF00"/>
                </a:solidFill>
              </a:rPr>
              <a:t>А</a:t>
            </a:r>
            <a:r>
              <a:rPr lang="ru-RU" sz="3600" dirty="0">
                <a:solidFill>
                  <a:srgbClr val="FFFF00"/>
                </a:solidFill>
              </a:rPr>
              <a:t>, или, более формально, если и только если имеет место такой уровень подчинения </a:t>
            </a:r>
            <a:r>
              <a:rPr lang="ru-RU" sz="3600" b="1" i="1" dirty="0">
                <a:solidFill>
                  <a:srgbClr val="FFFF00"/>
                </a:solidFill>
              </a:rPr>
              <a:t>Б</a:t>
            </a:r>
            <a:r>
              <a:rPr lang="ru-RU" sz="3600" dirty="0">
                <a:solidFill>
                  <a:srgbClr val="FFFF00"/>
                </a:solidFill>
              </a:rPr>
              <a:t>, что чистая выгода </a:t>
            </a:r>
            <a:r>
              <a:rPr lang="ru-RU" sz="3600" b="1" i="1" dirty="0">
                <a:solidFill>
                  <a:srgbClr val="FFFF00"/>
                </a:solidFill>
              </a:rPr>
              <a:t>А</a:t>
            </a:r>
            <a:r>
              <a:rPr lang="ru-RU" sz="3600" dirty="0">
                <a:solidFill>
                  <a:srgbClr val="FFFF00"/>
                </a:solidFill>
              </a:rPr>
              <a:t> от подчинения </a:t>
            </a:r>
            <a:r>
              <a:rPr lang="ru-RU" sz="3600" b="1" i="1" dirty="0">
                <a:solidFill>
                  <a:srgbClr val="FFFF00"/>
                </a:solidFill>
              </a:rPr>
              <a:t>Б</a:t>
            </a:r>
            <a:r>
              <a:rPr lang="ru-RU" sz="3600" dirty="0">
                <a:solidFill>
                  <a:srgbClr val="FFFF00"/>
                </a:solidFill>
              </a:rPr>
              <a:t> будет позитивной </a:t>
            </a:r>
          </a:p>
        </p:txBody>
      </p:sp>
    </p:spTree>
    <p:extLst>
      <p:ext uri="{BB962C8B-B14F-4D97-AF65-F5344CB8AC3E}">
        <p14:creationId xmlns:p14="http://schemas.microsoft.com/office/powerpoint/2010/main" val="2212716254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539552" y="-113402"/>
            <a:ext cx="8229600" cy="1382162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СУБСТАНЦИОННАЯ ТЕОРИЯ ВЛАСТИ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1640" y="1484784"/>
            <a:ext cx="12868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i="1" dirty="0" smtClean="0"/>
              <a:t>А</a:t>
            </a:r>
            <a:endParaRPr lang="ru-RU" sz="80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292080" y="3717032"/>
            <a:ext cx="11756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i="1" dirty="0" smtClean="0"/>
              <a:t>Б</a:t>
            </a:r>
            <a:endParaRPr lang="ru-RU" sz="8000" i="1" dirty="0"/>
          </a:p>
        </p:txBody>
      </p:sp>
      <p:sp>
        <p:nvSpPr>
          <p:cNvPr id="10" name="Стрелка вправо 9"/>
          <p:cNvSpPr/>
          <p:nvPr/>
        </p:nvSpPr>
        <p:spPr>
          <a:xfrm>
            <a:off x="6656208" y="3717032"/>
            <a:ext cx="2483768" cy="1440160"/>
          </a:xfrm>
          <a:prstGeom prst="rightArrow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Действие</a:t>
            </a:r>
            <a:endParaRPr lang="ru-RU" sz="2800" dirty="0"/>
          </a:p>
        </p:txBody>
      </p:sp>
      <p:sp>
        <p:nvSpPr>
          <p:cNvPr id="7" name="Молния 6"/>
          <p:cNvSpPr/>
          <p:nvPr/>
        </p:nvSpPr>
        <p:spPr>
          <a:xfrm>
            <a:off x="1979712" y="2636912"/>
            <a:ext cx="3024336" cy="1728192"/>
          </a:xfrm>
          <a:prstGeom prst="lightningBol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660079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 smtClean="0"/>
              <a:t>СУБЪЕКТИВИСТСКАЯ ТЕОРИЯ ВЛАСТИ</a:t>
            </a:r>
            <a:endParaRPr lang="ru-RU" sz="3600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009026070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9134316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539552" y="-113402"/>
            <a:ext cx="8229600" cy="878106"/>
          </a:xfrm>
        </p:spPr>
        <p:txBody>
          <a:bodyPr/>
          <a:lstStyle/>
          <a:p>
            <a:pPr algn="ctr"/>
            <a:r>
              <a:rPr lang="ru-RU" sz="3600" dirty="0" smtClean="0"/>
              <a:t>ВЛАСТЬ КАК ЯВЛЕНИЕ</a:t>
            </a:r>
            <a:endParaRPr lang="ru-RU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2276872"/>
            <a:ext cx="12868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i="1" dirty="0" smtClean="0"/>
              <a:t>А</a:t>
            </a:r>
            <a:endParaRPr lang="ru-RU" sz="80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796136" y="2276872"/>
            <a:ext cx="11756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0" i="1" dirty="0" smtClean="0"/>
              <a:t>Б</a:t>
            </a:r>
            <a:endParaRPr lang="ru-RU" sz="8000" i="1" dirty="0"/>
          </a:p>
        </p:txBody>
      </p:sp>
      <p:sp>
        <p:nvSpPr>
          <p:cNvPr id="6" name="Выноска со стрелкой вверх 5"/>
          <p:cNvSpPr/>
          <p:nvPr/>
        </p:nvSpPr>
        <p:spPr>
          <a:xfrm>
            <a:off x="0" y="4293096"/>
            <a:ext cx="9144000" cy="2564904"/>
          </a:xfrm>
          <a:prstGeom prst="upArrowCallout">
            <a:avLst>
              <a:gd name="adj1" fmla="val 25000"/>
              <a:gd name="adj2" fmla="val 35609"/>
              <a:gd name="adj3" fmla="val 25000"/>
              <a:gd name="adj4" fmla="val 6497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П</a:t>
            </a:r>
            <a:r>
              <a:rPr lang="ru-RU" sz="2800" dirty="0" smtClean="0"/>
              <a:t>раво</a:t>
            </a:r>
            <a:r>
              <a:rPr lang="ru-RU" sz="2800" dirty="0"/>
              <a:t>, авторитет, убеждение, традиции, манипуляции, принуждение, насилие </a:t>
            </a:r>
          </a:p>
        </p:txBody>
      </p:sp>
      <p:sp>
        <p:nvSpPr>
          <p:cNvPr id="8" name="Скругленная прямоугольная выноска 7"/>
          <p:cNvSpPr/>
          <p:nvPr/>
        </p:nvSpPr>
        <p:spPr>
          <a:xfrm>
            <a:off x="827584" y="764704"/>
            <a:ext cx="2016224" cy="1116704"/>
          </a:xfrm>
          <a:prstGeom prst="wedgeRoundRectCallou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 smtClean="0"/>
              <a:t>Субъект</a:t>
            </a:r>
            <a:endParaRPr lang="ru-RU" sz="3200" dirty="0"/>
          </a:p>
        </p:txBody>
      </p:sp>
      <p:sp>
        <p:nvSpPr>
          <p:cNvPr id="9" name="Скругленная прямоугольная выноска 8"/>
          <p:cNvSpPr/>
          <p:nvPr/>
        </p:nvSpPr>
        <p:spPr>
          <a:xfrm>
            <a:off x="5652120" y="764704"/>
            <a:ext cx="2016224" cy="1116704"/>
          </a:xfrm>
          <a:prstGeom prst="wedgeRoundRect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 smtClean="0"/>
              <a:t>Объект</a:t>
            </a:r>
            <a:endParaRPr lang="ru-RU" sz="3200" dirty="0"/>
          </a:p>
        </p:txBody>
      </p:sp>
      <p:sp>
        <p:nvSpPr>
          <p:cNvPr id="10" name="Стрелка вправо 9"/>
          <p:cNvSpPr/>
          <p:nvPr/>
        </p:nvSpPr>
        <p:spPr>
          <a:xfrm>
            <a:off x="6627988" y="2348880"/>
            <a:ext cx="2483768" cy="1440160"/>
          </a:xfrm>
          <a:prstGeom prst="rightArrow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Действие</a:t>
            </a:r>
            <a:endParaRPr lang="ru-RU" sz="2800" dirty="0"/>
          </a:p>
        </p:txBody>
      </p:sp>
      <p:sp>
        <p:nvSpPr>
          <p:cNvPr id="11" name="Выноска со стрелкой вправо 10"/>
          <p:cNvSpPr/>
          <p:nvPr/>
        </p:nvSpPr>
        <p:spPr>
          <a:xfrm>
            <a:off x="2051720" y="1772816"/>
            <a:ext cx="3888432" cy="2304256"/>
          </a:xfrm>
          <a:prstGeom prst="rightArrowCallout">
            <a:avLst>
              <a:gd name="adj1" fmla="val 25000"/>
              <a:gd name="adj2" fmla="val 25000"/>
              <a:gd name="adj3" fmla="val 16143"/>
              <a:gd name="adj4" fmla="val 8072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Господство, руководство, управление, координация,</a:t>
            </a:r>
          </a:p>
          <a:p>
            <a:pPr algn="ctr"/>
            <a:r>
              <a:rPr lang="ru-RU" sz="2800" dirty="0" smtClean="0"/>
              <a:t>контроль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8402702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dirty="0" smtClean="0"/>
              <a:t>ПОЛИТИЧЕСКАЯ ВЛАСТЬ</a:t>
            </a:r>
            <a:endParaRPr lang="ru-RU" sz="3600" dirty="0"/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FF00"/>
                </a:solidFill>
              </a:rPr>
              <a:t>Способность субъекта оказывать воздействие на поведение других, навязывать свою волю в политике</a:t>
            </a:r>
            <a:endParaRPr lang="ru-RU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833274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Отличительные черты политической власти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29409407"/>
              </p:ext>
            </p:extLst>
          </p:nvPr>
        </p:nvGraphicFramePr>
        <p:xfrm>
          <a:off x="0" y="692696"/>
          <a:ext cx="9144000" cy="6165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8905605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CF1FB8-EC0B-B341-A1B6-90A72B630B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>
                                            <p:graphicEl>
                                              <a:dgm id="{D1CF1FB8-EC0B-B341-A1B6-90A72B630B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D208A6-EA3E-724B-9ACE-1DD59CD9C7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graphicEl>
                                              <a:dgm id="{62D208A6-EA3E-724B-9ACE-1DD59CD9C7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1A81A9C-094A-6843-824E-06E12C408C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graphicEl>
                                              <a:dgm id="{C1A81A9C-094A-6843-824E-06E12C408C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A2423D-3E20-7043-A3CC-42301DA0BE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>
                                            <p:graphicEl>
                                              <a:dgm id="{40A2423D-3E20-7043-A3CC-42301DA0BE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C597CF-ACBC-A749-93FE-7D37F64DB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">
                                            <p:graphicEl>
                                              <a:dgm id="{BFC597CF-ACBC-A749-93FE-7D37F64DBE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93118965"/>
              </p:ext>
            </p:extLst>
          </p:nvPr>
        </p:nvGraphicFramePr>
        <p:xfrm>
          <a:off x="457200" y="260648"/>
          <a:ext cx="8229600" cy="5746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7431102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5969628-7DE9-6D4F-B41B-FA7DCE562D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85969628-7DE9-6D4F-B41B-FA7DCE562D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85969628-7DE9-6D4F-B41B-FA7DCE562D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B0F8AC-E6E5-124B-946E-8D311B137D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7BB0F8AC-E6E5-124B-946E-8D311B137D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7BB0F8AC-E6E5-124B-946E-8D311B137D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D7A6BBA-7FC4-5B44-8969-7F02D81815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CD7A6BBA-7FC4-5B44-8969-7F02D81815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CD7A6BBA-7FC4-5B44-8969-7F02D81815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E46C3C-CC26-2F44-8465-F1FF7F44E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FDE46C3C-CC26-2F44-8465-F1FF7F44E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FDE46C3C-CC26-2F44-8465-F1FF7F44E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EDD44B5-2DE0-1B4B-B28A-DD16FE089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7EDD44B5-2DE0-1B4B-B28A-DD16FE089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7EDD44B5-2DE0-1B4B-B28A-DD16FE089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8C78841-210A-DC48-8418-1E21E6A6E2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dgm id="{D8C78841-210A-DC48-8418-1E21E6A6E2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graphicEl>
                                              <a:dgm id="{D8C78841-210A-DC48-8418-1E21E6A6E2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1C41A1-47D0-F94C-86B8-6362769A4E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401C41A1-47D0-F94C-86B8-6362769A4E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401C41A1-47D0-F94C-86B8-6362769A4E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778098"/>
          </a:xfrm>
        </p:spPr>
        <p:txBody>
          <a:bodyPr>
            <a:noAutofit/>
          </a:bodyPr>
          <a:lstStyle/>
          <a:p>
            <a:pPr algn="ctr"/>
            <a:r>
              <a:rPr lang="ru-RU" sz="3600" dirty="0" smtClean="0"/>
              <a:t>ЛЕГИТИМНОСТЬ ПОЛИТИЧЕСКОЙ ВЛАСТИ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19773014"/>
              </p:ext>
            </p:extLst>
          </p:nvPr>
        </p:nvGraphicFramePr>
        <p:xfrm>
          <a:off x="0" y="1124744"/>
          <a:ext cx="9144000" cy="5702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907191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95536" y="4293096"/>
            <a:ext cx="8352928" cy="2232248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ПОЛИТИКА</a:t>
            </a:r>
          </a:p>
          <a:p>
            <a:pPr algn="ctr"/>
            <a:r>
              <a:rPr lang="ru-RU" sz="2800" dirty="0" smtClean="0">
                <a:solidFill>
                  <a:srgbClr val="FFFF00"/>
                </a:solidFill>
              </a:rPr>
              <a:t>Особый вид общественных отношений, проявляется в использовании большими группами людей жизненно важных интересов</a:t>
            </a:r>
            <a:endParaRPr lang="ru-RU" sz="2800" dirty="0">
              <a:solidFill>
                <a:srgbClr val="FFFF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27584" y="2348880"/>
            <a:ext cx="7488832" cy="1944216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/>
              <a:t>ПОЛИТИЧЕСКАЯ ВЛАСТЬ</a:t>
            </a:r>
          </a:p>
          <a:p>
            <a:pPr algn="ctr"/>
            <a:r>
              <a:rPr lang="ru-RU" sz="2800" dirty="0" smtClean="0">
                <a:solidFill>
                  <a:srgbClr val="FFFF00"/>
                </a:solidFill>
              </a:rPr>
              <a:t>Способность субъекта оказывать воздействие на поведение других, навязывать свою волю в политике</a:t>
            </a:r>
            <a:endParaRPr lang="ru-RU" sz="2800" dirty="0">
              <a:solidFill>
                <a:srgbClr val="FFFF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187624" y="476672"/>
            <a:ext cx="6696744" cy="1872208"/>
          </a:xfrm>
          <a:prstGeom prst="rect">
            <a:avLst/>
          </a:prstGeom>
          <a:solidFill>
            <a:srgbClr val="6600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>
                <a:solidFill>
                  <a:srgbClr val="FFFFFF"/>
                </a:solidFill>
              </a:rPr>
              <a:t>ПОЛИТИЧЕСКОЕ УПРАВЛЕНИЕ</a:t>
            </a:r>
          </a:p>
          <a:p>
            <a:pPr algn="ctr"/>
            <a:r>
              <a:rPr lang="ru-RU" sz="2800" dirty="0" smtClean="0">
                <a:solidFill>
                  <a:srgbClr val="FFFF00"/>
                </a:solidFill>
              </a:rPr>
              <a:t>Процесс воздействия субъекта политики на объект и навязывание ему своей воли</a:t>
            </a:r>
            <a:endParaRPr lang="ru-RU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253588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build="p" animBg="1"/>
      <p:bldP spid="7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ru-RU" dirty="0" smtClean="0"/>
              <a:t>ИНСТРУМЕНТЫ ПОЛИТИЧЕСКОГО УПРАВЛЕНИЯ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51386247"/>
              </p:ext>
            </p:extLst>
          </p:nvPr>
        </p:nvGraphicFramePr>
        <p:xfrm>
          <a:off x="0" y="1481328"/>
          <a:ext cx="9144000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9772243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8ABF791-3463-F649-83FE-6D65B25187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38ABF791-3463-F649-83FE-6D65B25187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38ABF791-3463-F649-83FE-6D65B25187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66FC49D-2063-8A43-91B5-3C9F2525D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466FC49D-2063-8A43-91B5-3C9F2525D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466FC49D-2063-8A43-91B5-3C9F2525D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1902E18-D221-D04F-93B2-3FD62C3CB2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A1902E18-D221-D04F-93B2-3FD62C3CB2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A1902E18-D221-D04F-93B2-3FD62C3CB2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F599C70-96E9-B748-862B-D56BDDA8F6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4F599C70-96E9-B748-862B-D56BDDA8F6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4F599C70-96E9-B748-862B-D56BDDA8F6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C9FCC5-3849-CE4C-8447-27B9724DD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33C9FCC5-3849-CE4C-8447-27B9724DD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33C9FCC5-3849-CE4C-8447-27B9724DD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3600" dirty="0" smtClean="0"/>
              <a:t>ПОЛИТИЧЕСКИЕ ИНСТИТУТЫ</a:t>
            </a:r>
            <a:endParaRPr lang="ru-RU" sz="3600" dirty="0"/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FF00"/>
                </a:solidFill>
              </a:rPr>
              <a:t>Н</a:t>
            </a:r>
            <a:r>
              <a:rPr lang="ru-RU" sz="3600" dirty="0" smtClean="0">
                <a:solidFill>
                  <a:srgbClr val="FFFF00"/>
                </a:solidFill>
              </a:rPr>
              <a:t>ормативно </a:t>
            </a:r>
            <a:r>
              <a:rPr lang="ru-RU" sz="3600" dirty="0">
                <a:solidFill>
                  <a:srgbClr val="FFFF00"/>
                </a:solidFill>
              </a:rPr>
              <a:t>закрепленные правила организации политической жизни, функционирования разнообразных политических организаций, учреждений, сформировавшиеся отношения к ним со стороны граждан страны, а также устойчивые традиции, принципы и правила политического поведения участников политического процесса.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598752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611560" y="116632"/>
            <a:ext cx="7924800" cy="1143000"/>
          </a:xfrm>
        </p:spPr>
        <p:txBody>
          <a:bodyPr anchor="ctr">
            <a:noAutofit/>
          </a:bodyPr>
          <a:lstStyle/>
          <a:p>
            <a:pPr algn="ctr"/>
            <a:r>
              <a:rPr lang="ru-RU" sz="3600" dirty="0" smtClean="0"/>
              <a:t>ПОЛИТИЧЕСКИЕ ИНСТИТУТЫ ГОСУДАРСТВА</a:t>
            </a:r>
            <a:endParaRPr lang="ru-RU" sz="3600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72453024"/>
              </p:ext>
            </p:extLst>
          </p:nvPr>
        </p:nvGraphicFramePr>
        <p:xfrm>
          <a:off x="457200" y="1481328"/>
          <a:ext cx="8229600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7349417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2C759-6F4B-AA4F-8E6E-FA48A2CA0F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B8A2C759-6F4B-AA4F-8E6E-FA48A2CA0F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B8A2C759-6F4B-AA4F-8E6E-FA48A2CA0F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graphicEl>
                                              <a:dgm id="{B8A2C759-6F4B-AA4F-8E6E-FA48A2CA0F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B8A2C759-6F4B-AA4F-8E6E-FA48A2CA0F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5A1E474-3C3A-1C4D-85F5-53D9947F88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graphicEl>
                                              <a:dgm id="{35A1E474-3C3A-1C4D-85F5-53D9947F88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graphicEl>
                                              <a:dgm id="{35A1E474-3C3A-1C4D-85F5-53D9947F88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35A1E474-3C3A-1C4D-85F5-53D9947F88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35A1E474-3C3A-1C4D-85F5-53D9947F88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CD3142E-BC33-E742-809F-745C8A6E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DCD3142E-BC33-E742-809F-745C8A6E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DCD3142E-BC33-E742-809F-745C8A6E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DCD3142E-BC33-E742-809F-745C8A6E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DCD3142E-BC33-E742-809F-745C8A6E5A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4642D8-DD91-5940-8A79-8AEDE6080D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404642D8-DD91-5940-8A79-8AEDE6080D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404642D8-DD91-5940-8A79-8AEDE6080D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dgm id="{404642D8-DD91-5940-8A79-8AEDE6080D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404642D8-DD91-5940-8A79-8AEDE6080D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7D12812-2AD2-1747-9E38-AB92F122BA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graphicEl>
                                              <a:dgm id="{77D12812-2AD2-1747-9E38-AB92F122BA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graphicEl>
                                              <a:dgm id="{77D12812-2AD2-1747-9E38-AB92F122BA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graphicEl>
                                              <a:dgm id="{77D12812-2AD2-1747-9E38-AB92F122BA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dgm id="{77D12812-2AD2-1747-9E38-AB92F122BA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3CBB175-FF6C-6D48-82B2-80A39DACA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graphicEl>
                                              <a:dgm id="{F3CBB175-FF6C-6D48-82B2-80A39DACA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>
                                            <p:graphicEl>
                                              <a:dgm id="{F3CBB175-FF6C-6D48-82B2-80A39DACA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F3CBB175-FF6C-6D48-82B2-80A39DACA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graphicEl>
                                              <a:dgm id="{F3CBB175-FF6C-6D48-82B2-80A39DACA2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03D6D73-3EE1-0B48-964C-C9CDF0CF65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>
                                            <p:graphicEl>
                                              <a:dgm id="{503D6D73-3EE1-0B48-964C-C9CDF0CF65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>
                                            <p:graphicEl>
                                              <a:dgm id="{503D6D73-3EE1-0B48-964C-C9CDF0CF65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graphicEl>
                                              <a:dgm id="{503D6D73-3EE1-0B48-964C-C9CDF0CF65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graphicEl>
                                              <a:dgm id="{503D6D73-3EE1-0B48-964C-C9CDF0CF65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smtClean="0"/>
              <a:t>ЗАКОНОДАТЕЛЬНАЯ ВЛАСТЬ В РОССИЙСКОЙ ФЕДЕРАЦИИ</a:t>
            </a:r>
            <a:endParaRPr lang="ru-RU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27784210"/>
              </p:ext>
            </p:extLst>
          </p:nvPr>
        </p:nvGraphicFramePr>
        <p:xfrm>
          <a:off x="457200" y="1481328"/>
          <a:ext cx="8229600" cy="5188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0107664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СОВЕТ ФЕДЕРАЦИИ</a:t>
            </a:r>
            <a:endParaRPr lang="ru-RU" dirty="0"/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 </a:t>
            </a:r>
            <a:r>
              <a:rPr lang="ru-RU" sz="2800" dirty="0">
                <a:solidFill>
                  <a:srgbClr val="FFFF00"/>
                </a:solidFill>
              </a:rPr>
              <a:t>Совет Федерации входят: по два представителя от каждого субъекта Российской Федерации - по одному от законодательного (представительного) и исполнительного органов государственной власти; представители Российской Федерации, назначаемые Президентом Российской Федерации, число которых составляет не более десяти процентов от числа членов Совета Федерации - представителей от законодательных (представительных) и исполнительных органов государственной власти субъектов Российской Федерации.</a:t>
            </a:r>
          </a:p>
        </p:txBody>
      </p:sp>
    </p:spTree>
    <p:extLst>
      <p:ext uri="{BB962C8B-B14F-4D97-AF65-F5344CB8AC3E}">
        <p14:creationId xmlns:p14="http://schemas.microsoft.com/office/powerpoint/2010/main" val="1420197115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smtClean="0"/>
              <a:t>ГОСУДАРСТВЕННАЯ ДУМА</a:t>
            </a:r>
            <a:endParaRPr lang="ru-RU" dirty="0"/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>
          <a:xfrm>
            <a:off x="457200" y="1481328"/>
            <a:ext cx="8229600" cy="5044016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FFFF00"/>
                </a:solidFill>
              </a:rPr>
              <a:t>Состоит </a:t>
            </a:r>
            <a:r>
              <a:rPr lang="ru-RU" sz="2400" dirty="0">
                <a:solidFill>
                  <a:srgbClr val="FFFF00"/>
                </a:solidFill>
              </a:rPr>
              <a:t>из 450 </a:t>
            </a:r>
            <a:r>
              <a:rPr lang="ru-RU" sz="2400" dirty="0" smtClean="0">
                <a:solidFill>
                  <a:srgbClr val="FFFF00"/>
                </a:solidFill>
              </a:rPr>
              <a:t>депутатов</a:t>
            </a:r>
          </a:p>
          <a:p>
            <a:r>
              <a:rPr lang="ru-RU" sz="2400" dirty="0" smtClean="0">
                <a:solidFill>
                  <a:srgbClr val="FFFF00"/>
                </a:solidFill>
              </a:rPr>
              <a:t>Избирается </a:t>
            </a:r>
            <a:r>
              <a:rPr lang="ru-RU" sz="2400" dirty="0">
                <a:solidFill>
                  <a:srgbClr val="FFFF00"/>
                </a:solidFill>
              </a:rPr>
              <a:t>сроком на пять </a:t>
            </a:r>
            <a:r>
              <a:rPr lang="ru-RU" sz="2400" dirty="0" smtClean="0">
                <a:solidFill>
                  <a:srgbClr val="FFFF00"/>
                </a:solidFill>
              </a:rPr>
              <a:t>лет</a:t>
            </a:r>
          </a:p>
          <a:p>
            <a:r>
              <a:rPr lang="ru-RU" sz="2400" dirty="0">
                <a:solidFill>
                  <a:srgbClr val="FFFF00"/>
                </a:solidFill>
              </a:rPr>
              <a:t>Кандидаты в депутаты в</a:t>
            </a:r>
            <a:r>
              <a:rPr lang="ru-RU" sz="2400" dirty="0" smtClean="0">
                <a:solidFill>
                  <a:srgbClr val="FFFF00"/>
                </a:solidFill>
              </a:rPr>
              <a:t>ыдвигаются </a:t>
            </a:r>
            <a:r>
              <a:rPr lang="ru-RU" sz="2400" dirty="0">
                <a:solidFill>
                  <a:srgbClr val="FFFF00"/>
                </a:solidFill>
              </a:rPr>
              <a:t>в составе федеральных списков </a:t>
            </a:r>
            <a:r>
              <a:rPr lang="ru-RU" sz="2400" dirty="0" smtClean="0">
                <a:solidFill>
                  <a:srgbClr val="FFFF00"/>
                </a:solidFill>
              </a:rPr>
              <a:t>кандидатов</a:t>
            </a:r>
            <a:endParaRPr lang="ru-RU" sz="2400" dirty="0">
              <a:solidFill>
                <a:srgbClr val="FFFF00"/>
              </a:solidFill>
            </a:endParaRPr>
          </a:p>
          <a:p>
            <a:r>
              <a:rPr lang="ru-RU" sz="2400" dirty="0" smtClean="0">
                <a:solidFill>
                  <a:srgbClr val="FFFF00"/>
                </a:solidFill>
              </a:rPr>
              <a:t>Выдвижение </a:t>
            </a:r>
            <a:r>
              <a:rPr lang="ru-RU" sz="2400" dirty="0">
                <a:solidFill>
                  <a:srgbClr val="FFFF00"/>
                </a:solidFill>
              </a:rPr>
              <a:t>кандидатов в составе федеральных списков кандидатов осуществляется политическими партиями, </a:t>
            </a:r>
            <a:r>
              <a:rPr lang="ru-RU" sz="2400" dirty="0" smtClean="0">
                <a:solidFill>
                  <a:srgbClr val="FFFF00"/>
                </a:solidFill>
              </a:rPr>
              <a:t>имеющими право </a:t>
            </a:r>
            <a:r>
              <a:rPr lang="ru-RU" sz="2400" dirty="0">
                <a:solidFill>
                  <a:srgbClr val="FFFF00"/>
                </a:solidFill>
              </a:rPr>
              <a:t>принимать участие в выборах, в том числе выдвигать списки </a:t>
            </a:r>
            <a:r>
              <a:rPr lang="ru-RU" sz="2400" dirty="0" smtClean="0">
                <a:solidFill>
                  <a:srgbClr val="FFFF00"/>
                </a:solidFill>
              </a:rPr>
              <a:t>кандидатов</a:t>
            </a:r>
            <a:endParaRPr lang="ru-RU" sz="2400" dirty="0">
              <a:solidFill>
                <a:srgbClr val="FFFF00"/>
              </a:solidFill>
            </a:endParaRPr>
          </a:p>
          <a:p>
            <a:r>
              <a:rPr lang="ru-RU" sz="2400" dirty="0" smtClean="0">
                <a:solidFill>
                  <a:srgbClr val="FFFF00"/>
                </a:solidFill>
              </a:rPr>
              <a:t>Политическая </a:t>
            </a:r>
            <a:r>
              <a:rPr lang="ru-RU" sz="2400" dirty="0">
                <a:solidFill>
                  <a:srgbClr val="FFFF00"/>
                </a:solidFill>
              </a:rPr>
              <a:t>партия вправе выдвинуть в составе федерального списка кандидатов граждан Российской Федерации, не являющихся членами данной политической партии.</a:t>
            </a:r>
          </a:p>
          <a:p>
            <a:endParaRPr lang="ru-RU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445986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ИСПОЛНИТЕЛЬНАЯ ВЛАСТЬ РОССИЙСКОЙ ФЕДЕРАЦИИ</a:t>
            </a:r>
            <a:endParaRPr lang="ru-RU" dirty="0"/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>
                <a:solidFill>
                  <a:srgbClr val="FFFF00"/>
                </a:solidFill>
              </a:rPr>
              <a:t>Исполнительную власть Российской Федерации осуществляет Правительство Российской Федерации.</a:t>
            </a:r>
          </a:p>
          <a:p>
            <a:pPr algn="ctr"/>
            <a:r>
              <a:rPr lang="ru-RU" sz="2800" dirty="0" smtClean="0">
                <a:solidFill>
                  <a:srgbClr val="FFFF00"/>
                </a:solidFill>
              </a:rPr>
              <a:t>Правительство </a:t>
            </a:r>
            <a:r>
              <a:rPr lang="ru-RU" sz="2800" dirty="0">
                <a:solidFill>
                  <a:srgbClr val="FFFF00"/>
                </a:solidFill>
              </a:rPr>
              <a:t>Российской Федерации состоит из Председателя Правительства Российской Федерации, заместителей Председателя Правительства Российской Федерации и федеральных министров.</a:t>
            </a:r>
          </a:p>
        </p:txBody>
      </p:sp>
    </p:spTree>
    <p:extLst>
      <p:ext uri="{BB962C8B-B14F-4D97-AF65-F5344CB8AC3E}">
        <p14:creationId xmlns:p14="http://schemas.microsoft.com/office/powerpoint/2010/main" val="4234200703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467544" y="11163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ИСПОЛНИТЕЛЬНАЯ ВЛАСТЬ РОССИЙСКОЙ ФЕДЕРАЦИИ</a:t>
            </a:r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>
          <a:xfrm>
            <a:off x="0" y="1196752"/>
            <a:ext cx="9144000" cy="5661248"/>
          </a:xfrm>
        </p:spPr>
        <p:txBody>
          <a:bodyPr anchor="ctr">
            <a:normAutofit/>
          </a:bodyPr>
          <a:lstStyle/>
          <a:p>
            <a:pPr algn="ctr"/>
            <a:r>
              <a:rPr lang="ru-RU" sz="2800" dirty="0">
                <a:solidFill>
                  <a:srgbClr val="FFFF00"/>
                </a:solidFill>
              </a:rPr>
              <a:t>Председатель Правительства Российской Федерации назначается Президентом Российской Федерации с согласия Государственной </a:t>
            </a:r>
            <a:r>
              <a:rPr lang="ru-RU" sz="2800" dirty="0" smtClean="0">
                <a:solidFill>
                  <a:srgbClr val="FFFF00"/>
                </a:solidFill>
              </a:rPr>
              <a:t>Думы</a:t>
            </a:r>
            <a:endParaRPr lang="ru-RU" sz="2800" dirty="0">
              <a:solidFill>
                <a:srgbClr val="FFFF00"/>
              </a:solidFill>
            </a:endParaRPr>
          </a:p>
          <a:p>
            <a:pPr algn="ctr"/>
            <a:r>
              <a:rPr lang="ru-RU" sz="2800" dirty="0">
                <a:solidFill>
                  <a:srgbClr val="FFFF00"/>
                </a:solidFill>
              </a:rPr>
              <a:t>Председатель Правительства Российской Федерации не позднее недельного срока после назначения представляет Президенту Российской Федерации предложения о структуре федеральных органов исполнительной </a:t>
            </a:r>
            <a:r>
              <a:rPr lang="ru-RU" sz="2800" dirty="0" smtClean="0">
                <a:solidFill>
                  <a:srgbClr val="FFFF00"/>
                </a:solidFill>
              </a:rPr>
              <a:t>власти</a:t>
            </a:r>
            <a:endParaRPr lang="ru-RU" sz="2800" dirty="0">
              <a:solidFill>
                <a:srgbClr val="FFFF00"/>
              </a:solidFill>
            </a:endParaRPr>
          </a:p>
          <a:p>
            <a:pPr algn="ctr"/>
            <a:r>
              <a:rPr lang="ru-RU" sz="2800" dirty="0" smtClean="0">
                <a:solidFill>
                  <a:srgbClr val="FFFF00"/>
                </a:solidFill>
              </a:rPr>
              <a:t>Председатель </a:t>
            </a:r>
            <a:r>
              <a:rPr lang="ru-RU" sz="2800" dirty="0">
                <a:solidFill>
                  <a:srgbClr val="FFFF00"/>
                </a:solidFill>
              </a:rPr>
              <a:t>Правительства Российской Федерации предлагает Президенту Российской Федерации кандидатуры на должности заместителей Председателя Правительства Российской Федерации и федеральных </a:t>
            </a:r>
            <a:r>
              <a:rPr lang="ru-RU" sz="2800" dirty="0" smtClean="0">
                <a:solidFill>
                  <a:srgbClr val="FFFF00"/>
                </a:solidFill>
              </a:rPr>
              <a:t>министров</a:t>
            </a:r>
            <a:endParaRPr lang="ru-RU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751706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СУДЕБНАЯ ВЛАСТЬ РОССИЙСКОЙ ФЕДЕРАЦИИ</a:t>
            </a:r>
            <a:endParaRPr lang="ru-RU" dirty="0"/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ru-RU" sz="2800" dirty="0">
                <a:solidFill>
                  <a:srgbClr val="FFFF00"/>
                </a:solidFill>
              </a:rPr>
              <a:t>Судебная власть в Российской Федерации осуществляется только судами в лице судей и привлекаемых в установленном законом порядке к осуществлению правосудия присяжных и арбитражных </a:t>
            </a:r>
            <a:r>
              <a:rPr lang="ru-RU" sz="2800" dirty="0" smtClean="0">
                <a:solidFill>
                  <a:srgbClr val="FFFF00"/>
                </a:solidFill>
              </a:rPr>
              <a:t>заседателей</a:t>
            </a:r>
          </a:p>
          <a:p>
            <a:r>
              <a:rPr lang="ru-RU" sz="2800" dirty="0">
                <a:solidFill>
                  <a:srgbClr val="FFFF00"/>
                </a:solidFill>
              </a:rPr>
              <a:t>В Российской Федерации действуют федеральные суды, конституционные (уставные) суды и мировые судьи субъектов Российской Федерации, составляющие судебную систему Российской Федерации</a:t>
            </a:r>
          </a:p>
        </p:txBody>
      </p:sp>
    </p:spTree>
    <p:extLst>
      <p:ext uri="{BB962C8B-B14F-4D97-AF65-F5344CB8AC3E}">
        <p14:creationId xmlns:p14="http://schemas.microsoft.com/office/powerpoint/2010/main" val="3304279104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2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ПРЕЗИДЕНТ </a:t>
            </a:r>
            <a:br>
              <a:rPr lang="ru-RU" dirty="0" smtClean="0"/>
            </a:br>
            <a:r>
              <a:rPr lang="ru-RU" dirty="0" smtClean="0"/>
              <a:t>РОССИЙСКОЙ ФЕДЕРАЦИИ</a:t>
            </a:r>
            <a:endParaRPr lang="ru-RU" dirty="0"/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>
          <a:xfrm>
            <a:off x="0" y="1196752"/>
            <a:ext cx="9144000" cy="5376672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FFFF00"/>
                </a:solidFill>
              </a:rPr>
              <a:t>Президент </a:t>
            </a:r>
            <a:r>
              <a:rPr lang="ru-RU" sz="2400" dirty="0">
                <a:solidFill>
                  <a:srgbClr val="FFFF00"/>
                </a:solidFill>
              </a:rPr>
              <a:t>Российской Федерации является главой государства.</a:t>
            </a:r>
          </a:p>
          <a:p>
            <a:r>
              <a:rPr lang="ru-RU" sz="2400" dirty="0" smtClean="0">
                <a:solidFill>
                  <a:srgbClr val="FFFF00"/>
                </a:solidFill>
              </a:rPr>
              <a:t>Президент </a:t>
            </a:r>
            <a:r>
              <a:rPr lang="ru-RU" sz="2400" dirty="0">
                <a:solidFill>
                  <a:srgbClr val="FFFF00"/>
                </a:solidFill>
              </a:rPr>
              <a:t>Российской Федерации является гарантом Конституции Российской Федерации, прав и свобод человека и гражданина. В установленном Конституцией Российской Федерации порядке он принимает меры по охране суверенитета Российской Федерации, ее независимости и государственной целостности, обеспечивает согласованное функционирование и взаимодействие органов государственной власти.</a:t>
            </a:r>
          </a:p>
          <a:p>
            <a:r>
              <a:rPr lang="ru-RU" sz="2400" dirty="0" smtClean="0">
                <a:solidFill>
                  <a:srgbClr val="FFFF00"/>
                </a:solidFill>
              </a:rPr>
              <a:t>Президент </a:t>
            </a:r>
            <a:r>
              <a:rPr lang="ru-RU" sz="2400" dirty="0">
                <a:solidFill>
                  <a:srgbClr val="FFFF00"/>
                </a:solidFill>
              </a:rPr>
              <a:t>Российской Федерации в соответствии с Конституцией Российской Федерации и федеральными законами определяет основные направления внутренней и внешней политики государства.</a:t>
            </a:r>
          </a:p>
          <a:p>
            <a:r>
              <a:rPr lang="ru-RU" sz="2400" dirty="0" smtClean="0">
                <a:solidFill>
                  <a:srgbClr val="FFFF00"/>
                </a:solidFill>
              </a:rPr>
              <a:t>Президент </a:t>
            </a:r>
            <a:r>
              <a:rPr lang="ru-RU" sz="2400" dirty="0">
                <a:solidFill>
                  <a:srgbClr val="FFFF00"/>
                </a:solidFill>
              </a:rPr>
              <a:t>Российской Федерации как глава государства представляет Российскую Федерацию внутри страны и в международных отношениях.</a:t>
            </a:r>
          </a:p>
        </p:txBody>
      </p:sp>
    </p:spTree>
    <p:extLst>
      <p:ext uri="{BB962C8B-B14F-4D97-AF65-F5344CB8AC3E}">
        <p14:creationId xmlns:p14="http://schemas.microsoft.com/office/powerpoint/2010/main" val="424073921"/>
      </p:ext>
    </p:extLst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Содержимое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dirty="0" smtClean="0">
                <a:solidFill>
                  <a:srgbClr val="FFFF00"/>
                </a:solidFill>
              </a:rPr>
              <a:t>Спасибо за внимание!</a:t>
            </a:r>
            <a:endParaRPr lang="ru-RU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>
    <p:zoom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Горизонт">
  <a:themeElements>
    <a:clrScheme name="Горизонт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Горизонт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Горизонт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Горизонт.thmx</Template>
  <TotalTime>3726</TotalTime>
  <Words>937</Words>
  <Application>Microsoft Macintosh PowerPoint</Application>
  <PresentationFormat>Экран (4:3)</PresentationFormat>
  <Paragraphs>147</Paragraphs>
  <Slides>36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7" baseType="lpstr">
      <vt:lpstr>Горизонт</vt:lpstr>
      <vt:lpstr>Лекция Политическая власть в управлении обществом</vt:lpstr>
      <vt:lpstr>ВЛАСТЬ</vt:lpstr>
      <vt:lpstr>ОСНОВНЫЕ ВИДЫ ВЛАСТИ</vt:lpstr>
      <vt:lpstr>ИСТОЧНИКИ ВЛАСТИ</vt:lpstr>
      <vt:lpstr>Презентация PowerPoint</vt:lpstr>
      <vt:lpstr>Авторитет</vt:lpstr>
      <vt:lpstr>Убеждение</vt:lpstr>
      <vt:lpstr>Традиции</vt:lpstr>
      <vt:lpstr>Манипуляция </vt:lpstr>
      <vt:lpstr>Принуждение</vt:lpstr>
      <vt:lpstr>НАСИЛИЕ </vt:lpstr>
      <vt:lpstr>ФОРМЫ РЕАЛИЗАЦИИ ВЛАСТИ</vt:lpstr>
      <vt:lpstr>СТРАТЕГИИ ДЕФИНИЦИИ ПОНЯТИЯ «ВЛАСТЬ»</vt:lpstr>
      <vt:lpstr>ВЛАСТЬ КАК ОТНОШЕНИЕ</vt:lpstr>
      <vt:lpstr>ВЛАСТЬ КАК ОТНОШЕНИЕ</vt:lpstr>
      <vt:lpstr>ВЛАСТЬ И ИНТЕНЦИЯ</vt:lpstr>
      <vt:lpstr>ВЛАСТЬ И ИНТЕНЦИЯ</vt:lpstr>
      <vt:lpstr>СУБСТАНЦИОННАЯ ТЕОРИЯ ВЛАСТИ</vt:lpstr>
      <vt:lpstr>СУБЪЕКТИВИСТСКАЯ ТЕОРИЯ ВЛАСТИ</vt:lpstr>
      <vt:lpstr>ВЛАСТЬ КАК ЯВЛЕНИЕ</vt:lpstr>
      <vt:lpstr>ПОЛИТИЧЕСКАЯ ВЛАСТЬ</vt:lpstr>
      <vt:lpstr>Отличительные черты политической власти</vt:lpstr>
      <vt:lpstr>Презентация PowerPoint</vt:lpstr>
      <vt:lpstr>ЛЕГИТИМНОСТЬ ПОЛИТИЧЕСКОЙ ВЛАСТИ</vt:lpstr>
      <vt:lpstr>Презентация PowerPoint</vt:lpstr>
      <vt:lpstr>ИНСТРУМЕНТЫ ПОЛИТИЧЕСКОГО УПРАВЛЕНИЯ</vt:lpstr>
      <vt:lpstr>ПОЛИТИЧЕСКИЕ ИНСТИТУТЫ</vt:lpstr>
      <vt:lpstr>ПОЛИТИЧЕСКИЕ ИНСТИТУТЫ ГОСУДАРСТВА</vt:lpstr>
      <vt:lpstr>ЗАКОНОДАТЕЛЬНАЯ ВЛАСТЬ В РОССИЙСКОЙ ФЕДЕРАЦИИ</vt:lpstr>
      <vt:lpstr>СОВЕТ ФЕДЕРАЦИИ</vt:lpstr>
      <vt:lpstr>ГОСУДАРСТВЕННАЯ ДУМА</vt:lpstr>
      <vt:lpstr>ИСПОЛНИТЕЛЬНАЯ ВЛАСТЬ РОССИЙСКОЙ ФЕДЕРАЦИИ</vt:lpstr>
      <vt:lpstr>ИСПОЛНИТЕЛЬНАЯ ВЛАСТЬ РОССИЙСКОЙ ФЕДЕРАЦИИ</vt:lpstr>
      <vt:lpstr>СУДЕБНАЯ ВЛАСТЬ РОССИЙСКОЙ ФЕДЕРАЦИИ</vt:lpstr>
      <vt:lpstr>ПРЕЗИДЕНТ  РОССИЙСКОЙ ФЕДЕРАЦИИ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cp:lastModifiedBy>Дмитрий Алпацкий</cp:lastModifiedBy>
  <cp:revision>273</cp:revision>
  <dcterms:modified xsi:type="dcterms:W3CDTF">2016-03-12T06:37:42Z</dcterms:modified>
</cp:coreProperties>
</file>